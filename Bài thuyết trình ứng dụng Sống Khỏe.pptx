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18288000" cy="10287000"/>
  <p:notesSz cx="6858000" cy="9144000"/>
  <p:embeddedFontLst>
    <p:embeddedFont>
      <p:font typeface="Asap Bold" panose="020B0604020202020204" charset="0"/>
      <p:regular r:id="rId19"/>
    </p:embeddedFont>
    <p:embeddedFont>
      <p:font typeface="Baloo" panose="020B0604020202020204" charset="0"/>
      <p:regular r:id="rId20"/>
    </p:embeddedFont>
    <p:embeddedFont>
      <p:font typeface="Cabin Bold" panose="020B0604020202020204" charset="0"/>
      <p:regular r:id="rId21"/>
    </p:embeddedFont>
    <p:embeddedFont>
      <p:font typeface="Nunito Bold" panose="020B0604020202020204" charset="0"/>
      <p:regular r:id="rId22"/>
    </p:embeddedFont>
    <p:embeddedFont>
      <p:font typeface="Nunito Heavy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21" Type="http://schemas.openxmlformats.org/officeDocument/2006/relationships/image" Target="../media/image38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image" Target="../media/image40.pn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5" Type="http://schemas.openxmlformats.org/officeDocument/2006/relationships/image" Target="../media/image9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2" Type="http://schemas.openxmlformats.org/officeDocument/2006/relationships/image" Target="../media/image94.png"/><Relationship Id="rId16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97.png"/><Relationship Id="rId15" Type="http://schemas.openxmlformats.org/officeDocument/2006/relationships/image" Target="../media/image107.png"/><Relationship Id="rId10" Type="http://schemas.openxmlformats.org/officeDocument/2006/relationships/image" Target="../media/image102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119.png"/><Relationship Id="rId7" Type="http://schemas.openxmlformats.org/officeDocument/2006/relationships/image" Target="../media/image123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10" Type="http://schemas.openxmlformats.org/officeDocument/2006/relationships/image" Target="../media/image126.png"/><Relationship Id="rId4" Type="http://schemas.openxmlformats.org/officeDocument/2006/relationships/image" Target="../media/image120.png"/><Relationship Id="rId9" Type="http://schemas.openxmlformats.org/officeDocument/2006/relationships/image" Target="../media/image1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png"/><Relationship Id="rId18" Type="http://schemas.openxmlformats.org/officeDocument/2006/relationships/image" Target="../media/image143.png"/><Relationship Id="rId26" Type="http://schemas.openxmlformats.org/officeDocument/2006/relationships/image" Target="../media/image151.png"/><Relationship Id="rId3" Type="http://schemas.openxmlformats.org/officeDocument/2006/relationships/image" Target="../media/image128.png"/><Relationship Id="rId21" Type="http://schemas.openxmlformats.org/officeDocument/2006/relationships/image" Target="../media/image146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17" Type="http://schemas.openxmlformats.org/officeDocument/2006/relationships/image" Target="../media/image142.png"/><Relationship Id="rId25" Type="http://schemas.openxmlformats.org/officeDocument/2006/relationships/image" Target="../media/image150.png"/><Relationship Id="rId2" Type="http://schemas.openxmlformats.org/officeDocument/2006/relationships/image" Target="../media/image127.png"/><Relationship Id="rId16" Type="http://schemas.openxmlformats.org/officeDocument/2006/relationships/image" Target="../media/image141.png"/><Relationship Id="rId20" Type="http://schemas.openxmlformats.org/officeDocument/2006/relationships/image" Target="../media/image145.png"/><Relationship Id="rId29" Type="http://schemas.openxmlformats.org/officeDocument/2006/relationships/image" Target="../media/image1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24" Type="http://schemas.openxmlformats.org/officeDocument/2006/relationships/image" Target="../media/image149.png"/><Relationship Id="rId5" Type="http://schemas.openxmlformats.org/officeDocument/2006/relationships/image" Target="../media/image130.png"/><Relationship Id="rId15" Type="http://schemas.openxmlformats.org/officeDocument/2006/relationships/image" Target="../media/image140.png"/><Relationship Id="rId23" Type="http://schemas.openxmlformats.org/officeDocument/2006/relationships/image" Target="../media/image148.png"/><Relationship Id="rId28" Type="http://schemas.openxmlformats.org/officeDocument/2006/relationships/image" Target="../media/image153.png"/><Relationship Id="rId10" Type="http://schemas.openxmlformats.org/officeDocument/2006/relationships/image" Target="../media/image135.png"/><Relationship Id="rId19" Type="http://schemas.openxmlformats.org/officeDocument/2006/relationships/image" Target="../media/image144.png"/><Relationship Id="rId31" Type="http://schemas.openxmlformats.org/officeDocument/2006/relationships/image" Target="../media/image156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Relationship Id="rId14" Type="http://schemas.openxmlformats.org/officeDocument/2006/relationships/image" Target="../media/image139.png"/><Relationship Id="rId22" Type="http://schemas.openxmlformats.org/officeDocument/2006/relationships/image" Target="../media/image147.png"/><Relationship Id="rId27" Type="http://schemas.openxmlformats.org/officeDocument/2006/relationships/image" Target="../media/image152.png"/><Relationship Id="rId30" Type="http://schemas.openxmlformats.org/officeDocument/2006/relationships/image" Target="../media/image15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13" Type="http://schemas.openxmlformats.org/officeDocument/2006/relationships/image" Target="../media/image168.png"/><Relationship Id="rId3" Type="http://schemas.openxmlformats.org/officeDocument/2006/relationships/image" Target="../media/image158.png"/><Relationship Id="rId7" Type="http://schemas.openxmlformats.org/officeDocument/2006/relationships/image" Target="../media/image162.png"/><Relationship Id="rId12" Type="http://schemas.openxmlformats.org/officeDocument/2006/relationships/image" Target="../media/image167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1.png"/><Relationship Id="rId11" Type="http://schemas.openxmlformats.org/officeDocument/2006/relationships/image" Target="../media/image166.png"/><Relationship Id="rId5" Type="http://schemas.openxmlformats.org/officeDocument/2006/relationships/image" Target="../media/image160.png"/><Relationship Id="rId10" Type="http://schemas.openxmlformats.org/officeDocument/2006/relationships/image" Target="../media/image165.png"/><Relationship Id="rId4" Type="http://schemas.openxmlformats.org/officeDocument/2006/relationships/image" Target="../media/image159.png"/><Relationship Id="rId9" Type="http://schemas.openxmlformats.org/officeDocument/2006/relationships/image" Target="../media/image164.png"/><Relationship Id="rId14" Type="http://schemas.openxmlformats.org/officeDocument/2006/relationships/image" Target="../media/image16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13" Type="http://schemas.openxmlformats.org/officeDocument/2006/relationships/image" Target="../media/image181.png"/><Relationship Id="rId18" Type="http://schemas.openxmlformats.org/officeDocument/2006/relationships/image" Target="../media/image186.png"/><Relationship Id="rId3" Type="http://schemas.openxmlformats.org/officeDocument/2006/relationships/image" Target="../media/image171.png"/><Relationship Id="rId7" Type="http://schemas.openxmlformats.org/officeDocument/2006/relationships/image" Target="../media/image175.png"/><Relationship Id="rId12" Type="http://schemas.openxmlformats.org/officeDocument/2006/relationships/image" Target="../media/image180.png"/><Relationship Id="rId17" Type="http://schemas.openxmlformats.org/officeDocument/2006/relationships/image" Target="../media/image185.png"/><Relationship Id="rId2" Type="http://schemas.openxmlformats.org/officeDocument/2006/relationships/image" Target="../media/image170.png"/><Relationship Id="rId16" Type="http://schemas.openxmlformats.org/officeDocument/2006/relationships/image" Target="../media/image184.png"/><Relationship Id="rId20" Type="http://schemas.openxmlformats.org/officeDocument/2006/relationships/image" Target="../media/image18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4.png"/><Relationship Id="rId11" Type="http://schemas.openxmlformats.org/officeDocument/2006/relationships/image" Target="../media/image179.png"/><Relationship Id="rId5" Type="http://schemas.openxmlformats.org/officeDocument/2006/relationships/image" Target="../media/image173.png"/><Relationship Id="rId15" Type="http://schemas.openxmlformats.org/officeDocument/2006/relationships/image" Target="../media/image183.png"/><Relationship Id="rId10" Type="http://schemas.openxmlformats.org/officeDocument/2006/relationships/image" Target="../media/image178.png"/><Relationship Id="rId19" Type="http://schemas.openxmlformats.org/officeDocument/2006/relationships/image" Target="../media/image187.png"/><Relationship Id="rId4" Type="http://schemas.openxmlformats.org/officeDocument/2006/relationships/image" Target="../media/image172.png"/><Relationship Id="rId9" Type="http://schemas.openxmlformats.org/officeDocument/2006/relationships/image" Target="../media/image177.png"/><Relationship Id="rId14" Type="http://schemas.openxmlformats.org/officeDocument/2006/relationships/image" Target="../media/image18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13" Type="http://schemas.openxmlformats.org/officeDocument/2006/relationships/image" Target="../media/image200.png"/><Relationship Id="rId3" Type="http://schemas.openxmlformats.org/officeDocument/2006/relationships/image" Target="../media/image190.png"/><Relationship Id="rId7" Type="http://schemas.openxmlformats.org/officeDocument/2006/relationships/image" Target="../media/image194.png"/><Relationship Id="rId12" Type="http://schemas.openxmlformats.org/officeDocument/2006/relationships/image" Target="../media/image199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3.png"/><Relationship Id="rId11" Type="http://schemas.openxmlformats.org/officeDocument/2006/relationships/image" Target="../media/image198.png"/><Relationship Id="rId5" Type="http://schemas.openxmlformats.org/officeDocument/2006/relationships/image" Target="../media/image192.png"/><Relationship Id="rId10" Type="http://schemas.openxmlformats.org/officeDocument/2006/relationships/image" Target="../media/image197.png"/><Relationship Id="rId4" Type="http://schemas.openxmlformats.org/officeDocument/2006/relationships/image" Target="../media/image191.png"/><Relationship Id="rId9" Type="http://schemas.openxmlformats.org/officeDocument/2006/relationships/image" Target="../media/image196.png"/><Relationship Id="rId14" Type="http://schemas.openxmlformats.org/officeDocument/2006/relationships/image" Target="../media/image20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13" Type="http://schemas.openxmlformats.org/officeDocument/2006/relationships/image" Target="../media/image213.png"/><Relationship Id="rId3" Type="http://schemas.openxmlformats.org/officeDocument/2006/relationships/image" Target="../media/image203.png"/><Relationship Id="rId7" Type="http://schemas.openxmlformats.org/officeDocument/2006/relationships/image" Target="../media/image207.png"/><Relationship Id="rId12" Type="http://schemas.openxmlformats.org/officeDocument/2006/relationships/image" Target="../media/image212.png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6.png"/><Relationship Id="rId11" Type="http://schemas.openxmlformats.org/officeDocument/2006/relationships/image" Target="../media/image211.png"/><Relationship Id="rId5" Type="http://schemas.openxmlformats.org/officeDocument/2006/relationships/image" Target="../media/image205.png"/><Relationship Id="rId10" Type="http://schemas.openxmlformats.org/officeDocument/2006/relationships/image" Target="../media/image210.png"/><Relationship Id="rId4" Type="http://schemas.openxmlformats.org/officeDocument/2006/relationships/image" Target="../media/image204.png"/><Relationship Id="rId9" Type="http://schemas.openxmlformats.org/officeDocument/2006/relationships/image" Target="../media/image20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13" Type="http://schemas.openxmlformats.org/officeDocument/2006/relationships/image" Target="../media/image225.png"/><Relationship Id="rId3" Type="http://schemas.openxmlformats.org/officeDocument/2006/relationships/image" Target="../media/image215.png"/><Relationship Id="rId7" Type="http://schemas.openxmlformats.org/officeDocument/2006/relationships/image" Target="../media/image219.png"/><Relationship Id="rId12" Type="http://schemas.openxmlformats.org/officeDocument/2006/relationships/image" Target="../media/image224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8.png"/><Relationship Id="rId11" Type="http://schemas.openxmlformats.org/officeDocument/2006/relationships/image" Target="../media/image223.png"/><Relationship Id="rId5" Type="http://schemas.openxmlformats.org/officeDocument/2006/relationships/image" Target="../media/image217.png"/><Relationship Id="rId15" Type="http://schemas.openxmlformats.org/officeDocument/2006/relationships/image" Target="../media/image227.png"/><Relationship Id="rId10" Type="http://schemas.openxmlformats.org/officeDocument/2006/relationships/image" Target="../media/image222.png"/><Relationship Id="rId4" Type="http://schemas.openxmlformats.org/officeDocument/2006/relationships/image" Target="../media/image216.png"/><Relationship Id="rId9" Type="http://schemas.openxmlformats.org/officeDocument/2006/relationships/image" Target="../media/image221.png"/><Relationship Id="rId14" Type="http://schemas.openxmlformats.org/officeDocument/2006/relationships/image" Target="../media/image2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8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png"/><Relationship Id="rId13" Type="http://schemas.openxmlformats.org/officeDocument/2006/relationships/image" Target="../media/image240.png"/><Relationship Id="rId3" Type="http://schemas.openxmlformats.org/officeDocument/2006/relationships/image" Target="../media/image230.png"/><Relationship Id="rId7" Type="http://schemas.openxmlformats.org/officeDocument/2006/relationships/image" Target="../media/image234.png"/><Relationship Id="rId12" Type="http://schemas.openxmlformats.org/officeDocument/2006/relationships/image" Target="../media/image239.png"/><Relationship Id="rId2" Type="http://schemas.openxmlformats.org/officeDocument/2006/relationships/image" Target="../media/image229.png"/><Relationship Id="rId16" Type="http://schemas.openxmlformats.org/officeDocument/2006/relationships/image" Target="../media/image2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3.png"/><Relationship Id="rId11" Type="http://schemas.openxmlformats.org/officeDocument/2006/relationships/image" Target="../media/image238.png"/><Relationship Id="rId5" Type="http://schemas.openxmlformats.org/officeDocument/2006/relationships/image" Target="../media/image232.png"/><Relationship Id="rId15" Type="http://schemas.openxmlformats.org/officeDocument/2006/relationships/image" Target="../media/image242.png"/><Relationship Id="rId10" Type="http://schemas.openxmlformats.org/officeDocument/2006/relationships/image" Target="../media/image237.png"/><Relationship Id="rId4" Type="http://schemas.openxmlformats.org/officeDocument/2006/relationships/image" Target="../media/image231.png"/><Relationship Id="rId9" Type="http://schemas.openxmlformats.org/officeDocument/2006/relationships/image" Target="../media/image236.png"/><Relationship Id="rId14" Type="http://schemas.openxmlformats.org/officeDocument/2006/relationships/image" Target="../media/image2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745579" y="1781914"/>
            <a:ext cx="4615751" cy="4613299"/>
          </a:xfrm>
          <a:custGeom>
            <a:avLst/>
            <a:gdLst/>
            <a:ahLst/>
            <a:cxnLst/>
            <a:rect l="l" t="t" r="r" b="b"/>
            <a:pathLst>
              <a:path w="4615751" h="4613299">
                <a:moveTo>
                  <a:pt x="0" y="0"/>
                </a:moveTo>
                <a:lnTo>
                  <a:pt x="4615751" y="0"/>
                </a:lnTo>
                <a:lnTo>
                  <a:pt x="4615751" y="4613299"/>
                </a:lnTo>
                <a:lnTo>
                  <a:pt x="0" y="4613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91" t="-1658" r="-236" b="-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348775" y="721511"/>
            <a:ext cx="1859426" cy="1115063"/>
          </a:xfrm>
          <a:custGeom>
            <a:avLst/>
            <a:gdLst/>
            <a:ahLst/>
            <a:cxnLst/>
            <a:rect l="l" t="t" r="r" b="b"/>
            <a:pathLst>
              <a:path w="1859426" h="1115063">
                <a:moveTo>
                  <a:pt x="0" y="0"/>
                </a:moveTo>
                <a:lnTo>
                  <a:pt x="1859426" y="0"/>
                </a:lnTo>
                <a:lnTo>
                  <a:pt x="1859426" y="1115063"/>
                </a:lnTo>
                <a:lnTo>
                  <a:pt x="0" y="11150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823" t="-7843" r="-8823" b="-882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923818" y="0"/>
            <a:ext cx="4364182" cy="5367606"/>
          </a:xfrm>
          <a:custGeom>
            <a:avLst/>
            <a:gdLst/>
            <a:ahLst/>
            <a:cxnLst/>
            <a:rect l="l" t="t" r="r" b="b"/>
            <a:pathLst>
              <a:path w="4364182" h="5367606">
                <a:moveTo>
                  <a:pt x="0" y="0"/>
                </a:moveTo>
                <a:lnTo>
                  <a:pt x="4364182" y="0"/>
                </a:lnTo>
                <a:lnTo>
                  <a:pt x="4364182" y="5367606"/>
                </a:lnTo>
                <a:lnTo>
                  <a:pt x="0" y="53676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931713" y="3192140"/>
            <a:ext cx="1356287" cy="2142670"/>
          </a:xfrm>
          <a:custGeom>
            <a:avLst/>
            <a:gdLst/>
            <a:ahLst/>
            <a:cxnLst/>
            <a:rect l="l" t="t" r="r" b="b"/>
            <a:pathLst>
              <a:path w="1356287" h="2142670">
                <a:moveTo>
                  <a:pt x="0" y="0"/>
                </a:moveTo>
                <a:lnTo>
                  <a:pt x="1356287" y="0"/>
                </a:lnTo>
                <a:lnTo>
                  <a:pt x="1356287" y="2142670"/>
                </a:lnTo>
                <a:lnTo>
                  <a:pt x="0" y="21426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903" t="-9183" b="-153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3059732" y="5225490"/>
            <a:ext cx="5228268" cy="3552896"/>
          </a:xfrm>
          <a:custGeom>
            <a:avLst/>
            <a:gdLst/>
            <a:ahLst/>
            <a:cxnLst/>
            <a:rect l="l" t="t" r="r" b="b"/>
            <a:pathLst>
              <a:path w="5228268" h="3552896">
                <a:moveTo>
                  <a:pt x="0" y="0"/>
                </a:moveTo>
                <a:lnTo>
                  <a:pt x="5228268" y="0"/>
                </a:lnTo>
                <a:lnTo>
                  <a:pt x="5228268" y="3552896"/>
                </a:lnTo>
                <a:lnTo>
                  <a:pt x="0" y="35528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461" b="-3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831656" y="6253097"/>
            <a:ext cx="3248526" cy="1300906"/>
          </a:xfrm>
          <a:custGeom>
            <a:avLst/>
            <a:gdLst/>
            <a:ahLst/>
            <a:cxnLst/>
            <a:rect l="l" t="t" r="r" b="b"/>
            <a:pathLst>
              <a:path w="3248526" h="1300906">
                <a:moveTo>
                  <a:pt x="0" y="0"/>
                </a:moveTo>
                <a:lnTo>
                  <a:pt x="3248526" y="0"/>
                </a:lnTo>
                <a:lnTo>
                  <a:pt x="324852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010" t="-3361" b="-1260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0" y="3662216"/>
            <a:ext cx="1728172" cy="4602367"/>
          </a:xfrm>
          <a:custGeom>
            <a:avLst/>
            <a:gdLst/>
            <a:ahLst/>
            <a:cxnLst/>
            <a:rect l="l" t="t" r="r" b="b"/>
            <a:pathLst>
              <a:path w="1728172" h="4602367">
                <a:moveTo>
                  <a:pt x="0" y="0"/>
                </a:moveTo>
                <a:lnTo>
                  <a:pt x="1728172" y="0"/>
                </a:lnTo>
                <a:lnTo>
                  <a:pt x="1728172" y="4602366"/>
                </a:lnTo>
                <a:lnTo>
                  <a:pt x="0" y="46023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475" r="-1265" b="-21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0" y="7707051"/>
            <a:ext cx="9362756" cy="2579949"/>
          </a:xfrm>
          <a:custGeom>
            <a:avLst/>
            <a:gdLst/>
            <a:ahLst/>
            <a:cxnLst/>
            <a:rect l="l" t="t" r="r" b="b"/>
            <a:pathLst>
              <a:path w="9362756" h="2579949">
                <a:moveTo>
                  <a:pt x="0" y="0"/>
                </a:moveTo>
                <a:lnTo>
                  <a:pt x="9362756" y="0"/>
                </a:lnTo>
                <a:lnTo>
                  <a:pt x="936275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145426" y="4722618"/>
            <a:ext cx="4637627" cy="3421712"/>
          </a:xfrm>
          <a:custGeom>
            <a:avLst/>
            <a:gdLst/>
            <a:ahLst/>
            <a:cxnLst/>
            <a:rect l="l" t="t" r="r" b="b"/>
            <a:pathLst>
              <a:path w="4637627" h="3421712">
                <a:moveTo>
                  <a:pt x="0" y="0"/>
                </a:moveTo>
                <a:lnTo>
                  <a:pt x="4637627" y="0"/>
                </a:lnTo>
                <a:lnTo>
                  <a:pt x="4637627" y="3421712"/>
                </a:lnTo>
                <a:lnTo>
                  <a:pt x="0" y="34217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35" t="-319" r="-33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9089311" y="4930326"/>
            <a:ext cx="1826612" cy="3214004"/>
          </a:xfrm>
          <a:custGeom>
            <a:avLst/>
            <a:gdLst/>
            <a:ahLst/>
            <a:cxnLst/>
            <a:rect l="l" t="t" r="r" b="b"/>
            <a:pathLst>
              <a:path w="1826612" h="3214004">
                <a:moveTo>
                  <a:pt x="0" y="0"/>
                </a:moveTo>
                <a:lnTo>
                  <a:pt x="1826612" y="0"/>
                </a:lnTo>
                <a:lnTo>
                  <a:pt x="1826612" y="3214004"/>
                </a:lnTo>
                <a:lnTo>
                  <a:pt x="0" y="32140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8982" t="-340" r="-1077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7612708" y="8570678"/>
            <a:ext cx="10675292" cy="1716322"/>
          </a:xfrm>
          <a:custGeom>
            <a:avLst/>
            <a:gdLst/>
            <a:ahLst/>
            <a:cxnLst/>
            <a:rect l="l" t="t" r="r" b="b"/>
            <a:pathLst>
              <a:path w="10675292" h="1716322">
                <a:moveTo>
                  <a:pt x="0" y="0"/>
                </a:moveTo>
                <a:lnTo>
                  <a:pt x="10675292" y="0"/>
                </a:lnTo>
                <a:lnTo>
                  <a:pt x="10675292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9329943" y="2678337"/>
            <a:ext cx="7470517" cy="7346295"/>
          </a:xfrm>
          <a:custGeom>
            <a:avLst/>
            <a:gdLst/>
            <a:ahLst/>
            <a:cxnLst/>
            <a:rect l="l" t="t" r="r" b="b"/>
            <a:pathLst>
              <a:path w="7470517" h="7346295">
                <a:moveTo>
                  <a:pt x="0" y="0"/>
                </a:moveTo>
                <a:lnTo>
                  <a:pt x="7470516" y="0"/>
                </a:lnTo>
                <a:lnTo>
                  <a:pt x="7470516" y="7346295"/>
                </a:lnTo>
                <a:lnTo>
                  <a:pt x="0" y="734629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489" t="-1488" r="-2489" b="-7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629732" y="5192694"/>
            <a:ext cx="1487541" cy="3388916"/>
          </a:xfrm>
          <a:custGeom>
            <a:avLst/>
            <a:gdLst/>
            <a:ahLst/>
            <a:cxnLst/>
            <a:rect l="l" t="t" r="r" b="b"/>
            <a:pathLst>
              <a:path w="1487541" h="3388916">
                <a:moveTo>
                  <a:pt x="0" y="0"/>
                </a:moveTo>
                <a:lnTo>
                  <a:pt x="1487541" y="0"/>
                </a:lnTo>
                <a:lnTo>
                  <a:pt x="1487541" y="3388916"/>
                </a:lnTo>
                <a:lnTo>
                  <a:pt x="0" y="33889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7352" t="-1612" r="-1029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2876641" y="7062064"/>
            <a:ext cx="4528249" cy="2339445"/>
          </a:xfrm>
          <a:custGeom>
            <a:avLst/>
            <a:gdLst/>
            <a:ahLst/>
            <a:cxnLst/>
            <a:rect l="l" t="t" r="r" b="b"/>
            <a:pathLst>
              <a:path w="4528249" h="2339445">
                <a:moveTo>
                  <a:pt x="0" y="0"/>
                </a:moveTo>
                <a:lnTo>
                  <a:pt x="4528249" y="0"/>
                </a:lnTo>
                <a:lnTo>
                  <a:pt x="4528249" y="2339445"/>
                </a:lnTo>
                <a:lnTo>
                  <a:pt x="0" y="233944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1207" t="-8878" b="-14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754708" y="8264582"/>
            <a:ext cx="1542230" cy="1628866"/>
          </a:xfrm>
          <a:custGeom>
            <a:avLst/>
            <a:gdLst/>
            <a:ahLst/>
            <a:cxnLst/>
            <a:rect l="l" t="t" r="r" b="b"/>
            <a:pathLst>
              <a:path w="1542230" h="1628866">
                <a:moveTo>
                  <a:pt x="0" y="0"/>
                </a:moveTo>
                <a:lnTo>
                  <a:pt x="1542230" y="0"/>
                </a:lnTo>
                <a:lnTo>
                  <a:pt x="1542230" y="1628866"/>
                </a:lnTo>
                <a:lnTo>
                  <a:pt x="0" y="162886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7092" t="-8053" r="-6382" b="-1140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2187560" y="8220854"/>
            <a:ext cx="2351627" cy="1770982"/>
          </a:xfrm>
          <a:custGeom>
            <a:avLst/>
            <a:gdLst/>
            <a:ahLst/>
            <a:cxnLst/>
            <a:rect l="l" t="t" r="r" b="b"/>
            <a:pathLst>
              <a:path w="2351627" h="1770982">
                <a:moveTo>
                  <a:pt x="0" y="0"/>
                </a:moveTo>
                <a:lnTo>
                  <a:pt x="2351627" y="0"/>
                </a:lnTo>
                <a:lnTo>
                  <a:pt x="2351627" y="1770982"/>
                </a:lnTo>
                <a:lnTo>
                  <a:pt x="0" y="177098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9767" t="-4938" r="-1395" b="-493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4962909" y="8319242"/>
            <a:ext cx="2712574" cy="1891234"/>
          </a:xfrm>
          <a:custGeom>
            <a:avLst/>
            <a:gdLst/>
            <a:ahLst/>
            <a:cxnLst/>
            <a:rect l="l" t="t" r="r" b="b"/>
            <a:pathLst>
              <a:path w="2712574" h="1891234">
                <a:moveTo>
                  <a:pt x="0" y="0"/>
                </a:moveTo>
                <a:lnTo>
                  <a:pt x="2712574" y="0"/>
                </a:lnTo>
                <a:lnTo>
                  <a:pt x="2712574" y="1891234"/>
                </a:lnTo>
                <a:lnTo>
                  <a:pt x="0" y="189123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6048" t="-9826" r="-6854" b="-40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005125" y="663215"/>
            <a:ext cx="12060076" cy="291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71"/>
              </a:lnSpc>
            </a:pPr>
            <a:r>
              <a:rPr lang="en-US" sz="10624" dirty="0">
                <a:solidFill>
                  <a:srgbClr val="053D50"/>
                </a:solidFill>
                <a:latin typeface="Baloo"/>
                <a:ea typeface="Baloo"/>
                <a:cs typeface="Baloo"/>
                <a:sym typeface="Baloo"/>
              </a:rPr>
              <a:t>SỐNG KHỎE -</a:t>
            </a:r>
          </a:p>
          <a:p>
            <a:pPr algn="l">
              <a:lnSpc>
                <a:spcPts val="11371"/>
              </a:lnSpc>
            </a:pPr>
            <a:r>
              <a:rPr lang="en-US" sz="10624" dirty="0">
                <a:solidFill>
                  <a:srgbClr val="053D50"/>
                </a:solidFill>
                <a:latin typeface="Baloo"/>
                <a:ea typeface="Baloo"/>
                <a:cs typeface="Baloo"/>
                <a:sym typeface="Baloo"/>
              </a:rPr>
              <a:t>SỐNG CÓ KẾ HOẠCH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flythrough dir="out" hasBounce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2712574" cy="1967758"/>
          </a:xfrm>
          <a:custGeom>
            <a:avLst/>
            <a:gdLst/>
            <a:ahLst/>
            <a:cxnLst/>
            <a:rect l="l" t="t" r="r" b="b"/>
            <a:pathLst>
              <a:path w="2712574" h="1967758">
                <a:moveTo>
                  <a:pt x="0" y="0"/>
                </a:moveTo>
                <a:lnTo>
                  <a:pt x="2712574" y="0"/>
                </a:lnTo>
                <a:lnTo>
                  <a:pt x="2712574" y="1967758"/>
                </a:lnTo>
                <a:lnTo>
                  <a:pt x="0" y="1967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4435" b="-94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5050411" y="0"/>
            <a:ext cx="3237589" cy="2634609"/>
          </a:xfrm>
          <a:custGeom>
            <a:avLst/>
            <a:gdLst/>
            <a:ahLst/>
            <a:cxnLst/>
            <a:rect l="l" t="t" r="r" b="b"/>
            <a:pathLst>
              <a:path w="3237589" h="2634609">
                <a:moveTo>
                  <a:pt x="0" y="0"/>
                </a:moveTo>
                <a:lnTo>
                  <a:pt x="3237589" y="0"/>
                </a:lnTo>
                <a:lnTo>
                  <a:pt x="3237589" y="2634609"/>
                </a:lnTo>
                <a:lnTo>
                  <a:pt x="0" y="26346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13" b="-580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980504" y="1151306"/>
            <a:ext cx="9105827" cy="1393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24"/>
              </a:lnSpc>
            </a:pPr>
            <a:r>
              <a:rPr lang="en-US" sz="10019" dirty="0" err="1">
                <a:solidFill>
                  <a:srgbClr val="054459"/>
                </a:solidFill>
                <a:latin typeface="Baloo"/>
                <a:ea typeface="Baloo"/>
                <a:cs typeface="Baloo"/>
                <a:sym typeface="Baloo"/>
              </a:rPr>
              <a:t>Nội</a:t>
            </a:r>
            <a:r>
              <a:rPr lang="en-US" sz="10019" dirty="0">
                <a:solidFill>
                  <a:srgbClr val="054459"/>
                </a:solidFill>
                <a:latin typeface="Baloo"/>
                <a:ea typeface="Baloo"/>
                <a:cs typeface="Baloo"/>
                <a:sym typeface="Baloo"/>
              </a:rPr>
              <a:t> dung </a:t>
            </a:r>
            <a:r>
              <a:rPr lang="en-US" sz="10019" dirty="0" err="1">
                <a:solidFill>
                  <a:srgbClr val="054459"/>
                </a:solidFill>
                <a:latin typeface="Baloo"/>
                <a:ea typeface="Baloo"/>
                <a:cs typeface="Baloo"/>
                <a:sym typeface="Baloo"/>
              </a:rPr>
              <a:t>chính</a:t>
            </a:r>
            <a:endParaRPr lang="en-US" sz="10019" dirty="0">
              <a:solidFill>
                <a:srgbClr val="054459"/>
              </a:solidFill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0292469" y="459143"/>
            <a:ext cx="984402" cy="1180655"/>
          </a:xfrm>
          <a:custGeom>
            <a:avLst/>
            <a:gdLst/>
            <a:ahLst/>
            <a:cxnLst/>
            <a:rect l="l" t="t" r="r" b="b"/>
            <a:pathLst>
              <a:path w="984402" h="1180655">
                <a:moveTo>
                  <a:pt x="0" y="0"/>
                </a:moveTo>
                <a:lnTo>
                  <a:pt x="984402" y="0"/>
                </a:lnTo>
                <a:lnTo>
                  <a:pt x="984402" y="1180655"/>
                </a:lnTo>
                <a:lnTo>
                  <a:pt x="0" y="11806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666" t="-2777" r="-5555" b="-648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62507" y="2798589"/>
            <a:ext cx="4418871" cy="6056321"/>
          </a:xfrm>
          <a:custGeom>
            <a:avLst/>
            <a:gdLst/>
            <a:ahLst/>
            <a:cxnLst/>
            <a:rect l="l" t="t" r="r" b="b"/>
            <a:pathLst>
              <a:path w="4418871" h="6056321">
                <a:moveTo>
                  <a:pt x="0" y="0"/>
                </a:moveTo>
                <a:lnTo>
                  <a:pt x="4418871" y="0"/>
                </a:lnTo>
                <a:lnTo>
                  <a:pt x="4418871" y="6056321"/>
                </a:lnTo>
                <a:lnTo>
                  <a:pt x="0" y="60563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37" t="-361" r="-2475" b="-25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991941" y="3365381"/>
            <a:ext cx="2604349" cy="95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3"/>
              </a:lnSpc>
            </a:pPr>
            <a:r>
              <a:rPr lang="en-US" sz="3271">
                <a:solidFill>
                  <a:srgbClr val="054459"/>
                </a:solidFill>
                <a:latin typeface="Baloo"/>
                <a:ea typeface="Baloo"/>
                <a:cs typeface="Baloo"/>
                <a:sym typeface="Baloo"/>
              </a:rPr>
              <a:t>1. Tổng quan</a:t>
            </a:r>
          </a:p>
          <a:p>
            <a:pPr algn="l">
              <a:lnSpc>
                <a:spcPts val="3763"/>
              </a:lnSpc>
            </a:pPr>
            <a:r>
              <a:rPr lang="en-US" sz="3271">
                <a:solidFill>
                  <a:srgbClr val="054459"/>
                </a:solidFill>
                <a:latin typeface="Baloo"/>
                <a:ea typeface="Baloo"/>
                <a:cs typeface="Baloo"/>
                <a:sym typeface="Baloo"/>
              </a:rPr>
              <a:t>và phạm vi</a:t>
            </a:r>
          </a:p>
        </p:txBody>
      </p:sp>
      <p:sp>
        <p:nvSpPr>
          <p:cNvPr id="9" name="Freeform 9"/>
          <p:cNvSpPr/>
          <p:nvPr/>
        </p:nvSpPr>
        <p:spPr>
          <a:xfrm>
            <a:off x="896900" y="4755414"/>
            <a:ext cx="3620411" cy="3574760"/>
          </a:xfrm>
          <a:custGeom>
            <a:avLst/>
            <a:gdLst/>
            <a:ahLst/>
            <a:cxnLst/>
            <a:rect l="l" t="t" r="r" b="b"/>
            <a:pathLst>
              <a:path w="3620411" h="3574760">
                <a:moveTo>
                  <a:pt x="0" y="0"/>
                </a:moveTo>
                <a:lnTo>
                  <a:pt x="3620411" y="0"/>
                </a:lnTo>
                <a:lnTo>
                  <a:pt x="3620411" y="3574760"/>
                </a:lnTo>
                <a:lnTo>
                  <a:pt x="0" y="35747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06" t="-1223" r="-1510" b="-9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3445407" y="4635163"/>
            <a:ext cx="667206" cy="841763"/>
          </a:xfrm>
          <a:custGeom>
            <a:avLst/>
            <a:gdLst/>
            <a:ahLst/>
            <a:cxnLst/>
            <a:rect l="l" t="t" r="r" b="b"/>
            <a:pathLst>
              <a:path w="667206" h="841763">
                <a:moveTo>
                  <a:pt x="0" y="0"/>
                </a:moveTo>
                <a:lnTo>
                  <a:pt x="667205" y="0"/>
                </a:lnTo>
                <a:lnTo>
                  <a:pt x="667205" y="841763"/>
                </a:lnTo>
                <a:lnTo>
                  <a:pt x="0" y="8417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7868" t="-16883" r="-4918" b="-116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790756" y="2809521"/>
            <a:ext cx="4331368" cy="6067253"/>
          </a:xfrm>
          <a:custGeom>
            <a:avLst/>
            <a:gdLst/>
            <a:ahLst/>
            <a:cxnLst/>
            <a:rect l="l" t="t" r="r" b="b"/>
            <a:pathLst>
              <a:path w="4331368" h="6067253">
                <a:moveTo>
                  <a:pt x="0" y="0"/>
                </a:moveTo>
                <a:lnTo>
                  <a:pt x="4331368" y="0"/>
                </a:lnTo>
                <a:lnTo>
                  <a:pt x="4331368" y="6067253"/>
                </a:lnTo>
                <a:lnTo>
                  <a:pt x="0" y="60672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52" t="-540" r="-505" b="-21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5493641" y="3365381"/>
            <a:ext cx="2490578" cy="95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3"/>
              </a:lnSpc>
            </a:pPr>
            <a:r>
              <a:rPr lang="en-US" sz="3271">
                <a:solidFill>
                  <a:srgbClr val="054459"/>
                </a:solidFill>
                <a:latin typeface="Baloo"/>
                <a:ea typeface="Baloo"/>
                <a:cs typeface="Baloo"/>
                <a:sym typeface="Baloo"/>
              </a:rPr>
              <a:t>2. Các nhóm</a:t>
            </a:r>
          </a:p>
          <a:p>
            <a:pPr algn="l">
              <a:lnSpc>
                <a:spcPts val="3763"/>
              </a:lnSpc>
            </a:pPr>
            <a:r>
              <a:rPr lang="en-US" sz="3271">
                <a:solidFill>
                  <a:srgbClr val="054459"/>
                </a:solidFill>
                <a:latin typeface="Baloo"/>
                <a:ea typeface="Baloo"/>
                <a:cs typeface="Baloo"/>
                <a:sym typeface="Baloo"/>
              </a:rPr>
              <a:t>chức năng</a:t>
            </a:r>
          </a:p>
        </p:txBody>
      </p:sp>
      <p:sp>
        <p:nvSpPr>
          <p:cNvPr id="13" name="Freeform 13"/>
          <p:cNvSpPr/>
          <p:nvPr/>
        </p:nvSpPr>
        <p:spPr>
          <a:xfrm>
            <a:off x="5272019" y="4799142"/>
            <a:ext cx="3631349" cy="3749672"/>
          </a:xfrm>
          <a:custGeom>
            <a:avLst/>
            <a:gdLst/>
            <a:ahLst/>
            <a:cxnLst/>
            <a:rect l="l" t="t" r="r" b="b"/>
            <a:pathLst>
              <a:path w="3631349" h="3749672">
                <a:moveTo>
                  <a:pt x="0" y="0"/>
                </a:moveTo>
                <a:lnTo>
                  <a:pt x="3631349" y="0"/>
                </a:lnTo>
                <a:lnTo>
                  <a:pt x="3631349" y="3749672"/>
                </a:lnTo>
                <a:lnTo>
                  <a:pt x="0" y="37496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506" t="-2332" r="-903" b="-87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5261081" y="4842870"/>
            <a:ext cx="1006278" cy="579395"/>
          </a:xfrm>
          <a:custGeom>
            <a:avLst/>
            <a:gdLst/>
            <a:ahLst/>
            <a:cxnLst/>
            <a:rect l="l" t="t" r="r" b="b"/>
            <a:pathLst>
              <a:path w="1006278" h="579395">
                <a:moveTo>
                  <a:pt x="0" y="0"/>
                </a:moveTo>
                <a:lnTo>
                  <a:pt x="1006278" y="0"/>
                </a:lnTo>
                <a:lnTo>
                  <a:pt x="1006278" y="579396"/>
                </a:lnTo>
                <a:lnTo>
                  <a:pt x="0" y="57939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4347" t="-22641" r="-5434" b="-264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9231502" y="2809521"/>
            <a:ext cx="4254804" cy="6056321"/>
          </a:xfrm>
          <a:custGeom>
            <a:avLst/>
            <a:gdLst/>
            <a:ahLst/>
            <a:cxnLst/>
            <a:rect l="l" t="t" r="r" b="b"/>
            <a:pathLst>
              <a:path w="4254804" h="6056321">
                <a:moveTo>
                  <a:pt x="0" y="0"/>
                </a:moveTo>
                <a:lnTo>
                  <a:pt x="4254804" y="0"/>
                </a:lnTo>
                <a:lnTo>
                  <a:pt x="4254804" y="6056321"/>
                </a:lnTo>
                <a:lnTo>
                  <a:pt x="0" y="605632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056" t="-541" r="-514" b="-23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9740123" y="3235438"/>
            <a:ext cx="3210292" cy="139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4"/>
              </a:lnSpc>
            </a:pPr>
            <a:r>
              <a:rPr lang="en-US" sz="3202">
                <a:solidFill>
                  <a:srgbClr val="054459"/>
                </a:solidFill>
                <a:latin typeface="Baloo"/>
                <a:ea typeface="Baloo"/>
                <a:cs typeface="Baloo"/>
                <a:sym typeface="Baloo"/>
              </a:rPr>
              <a:t>3. Chất lượng, an toàn và quyền riêng tư</a:t>
            </a:r>
          </a:p>
        </p:txBody>
      </p:sp>
      <p:sp>
        <p:nvSpPr>
          <p:cNvPr id="17" name="Freeform 17"/>
          <p:cNvSpPr/>
          <p:nvPr/>
        </p:nvSpPr>
        <p:spPr>
          <a:xfrm>
            <a:off x="9811206" y="4886598"/>
            <a:ext cx="3467282" cy="3454508"/>
          </a:xfrm>
          <a:custGeom>
            <a:avLst/>
            <a:gdLst/>
            <a:ahLst/>
            <a:cxnLst/>
            <a:rect l="l" t="t" r="r" b="b"/>
            <a:pathLst>
              <a:path w="3467282" h="3454508">
                <a:moveTo>
                  <a:pt x="0" y="0"/>
                </a:moveTo>
                <a:lnTo>
                  <a:pt x="3467282" y="0"/>
                </a:lnTo>
                <a:lnTo>
                  <a:pt x="3467282" y="3454508"/>
                </a:lnTo>
                <a:lnTo>
                  <a:pt x="0" y="345450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630" t="-5063" r="-315" b="-63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2261273" y="4536775"/>
            <a:ext cx="590641" cy="568463"/>
          </a:xfrm>
          <a:custGeom>
            <a:avLst/>
            <a:gdLst/>
            <a:ahLst/>
            <a:cxnLst/>
            <a:rect l="l" t="t" r="r" b="b"/>
            <a:pathLst>
              <a:path w="590641" h="568463">
                <a:moveTo>
                  <a:pt x="0" y="0"/>
                </a:moveTo>
                <a:lnTo>
                  <a:pt x="590641" y="0"/>
                </a:lnTo>
                <a:lnTo>
                  <a:pt x="590641" y="568463"/>
                </a:lnTo>
                <a:lnTo>
                  <a:pt x="0" y="56846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2962" t="-7692" b="-769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3584746" y="2798589"/>
            <a:ext cx="4539187" cy="6078185"/>
          </a:xfrm>
          <a:custGeom>
            <a:avLst/>
            <a:gdLst/>
            <a:ahLst/>
            <a:cxnLst/>
            <a:rect l="l" t="t" r="r" b="b"/>
            <a:pathLst>
              <a:path w="4539187" h="6078185">
                <a:moveTo>
                  <a:pt x="0" y="0"/>
                </a:moveTo>
                <a:lnTo>
                  <a:pt x="4539187" y="0"/>
                </a:lnTo>
                <a:lnTo>
                  <a:pt x="4539187" y="6078185"/>
                </a:lnTo>
                <a:lnTo>
                  <a:pt x="0" y="607818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927" t="-359" r="-3614" b="-21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4132880" y="3365381"/>
            <a:ext cx="3853397" cy="95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3"/>
              </a:lnSpc>
            </a:pPr>
            <a:r>
              <a:rPr lang="en-US" sz="3271" spc="-97">
                <a:solidFill>
                  <a:srgbClr val="054459"/>
                </a:solidFill>
                <a:latin typeface="Baloo"/>
                <a:ea typeface="Baloo"/>
                <a:cs typeface="Baloo"/>
                <a:sym typeface="Baloo"/>
              </a:rPr>
              <a:t>4. Giới hạn bản đầu và hướng phát triển</a:t>
            </a:r>
          </a:p>
        </p:txBody>
      </p:sp>
      <p:sp>
        <p:nvSpPr>
          <p:cNvPr id="21" name="Freeform 21"/>
          <p:cNvSpPr/>
          <p:nvPr/>
        </p:nvSpPr>
        <p:spPr>
          <a:xfrm>
            <a:off x="13661311" y="5476926"/>
            <a:ext cx="4265742" cy="2995365"/>
          </a:xfrm>
          <a:custGeom>
            <a:avLst/>
            <a:gdLst/>
            <a:ahLst/>
            <a:cxnLst/>
            <a:rect l="l" t="t" r="r" b="b"/>
            <a:pathLst>
              <a:path w="4265742" h="2995365">
                <a:moveTo>
                  <a:pt x="0" y="0"/>
                </a:moveTo>
                <a:lnTo>
                  <a:pt x="4265742" y="0"/>
                </a:lnTo>
                <a:lnTo>
                  <a:pt x="4265742" y="2995364"/>
                </a:lnTo>
                <a:lnTo>
                  <a:pt x="0" y="299536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3846" t="-4014" r="-3589" b="-36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4328517" y="5138034"/>
            <a:ext cx="2329751" cy="2678337"/>
          </a:xfrm>
          <a:custGeom>
            <a:avLst/>
            <a:gdLst/>
            <a:ahLst/>
            <a:cxnLst/>
            <a:rect l="l" t="t" r="r" b="b"/>
            <a:pathLst>
              <a:path w="2329751" h="2678337">
                <a:moveTo>
                  <a:pt x="0" y="0"/>
                </a:moveTo>
                <a:lnTo>
                  <a:pt x="2329751" y="0"/>
                </a:lnTo>
                <a:lnTo>
                  <a:pt x="2329751" y="2678337"/>
                </a:lnTo>
                <a:lnTo>
                  <a:pt x="0" y="267833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7981" t="-8163" r="-4694" b="-448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6166067" y="4755414"/>
            <a:ext cx="896900" cy="655919"/>
          </a:xfrm>
          <a:custGeom>
            <a:avLst/>
            <a:gdLst/>
            <a:ahLst/>
            <a:cxnLst/>
            <a:rect l="l" t="t" r="r" b="b"/>
            <a:pathLst>
              <a:path w="896900" h="655919">
                <a:moveTo>
                  <a:pt x="0" y="0"/>
                </a:moveTo>
                <a:lnTo>
                  <a:pt x="896900" y="0"/>
                </a:lnTo>
                <a:lnTo>
                  <a:pt x="896900" y="655920"/>
                </a:lnTo>
                <a:lnTo>
                  <a:pt x="0" y="65592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7317" t="-6666" r="-15853" b="-250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0" y="9139141"/>
            <a:ext cx="5184517" cy="1147859"/>
          </a:xfrm>
          <a:custGeom>
            <a:avLst/>
            <a:gdLst/>
            <a:ahLst/>
            <a:cxnLst/>
            <a:rect l="l" t="t" r="r" b="b"/>
            <a:pathLst>
              <a:path w="5184517" h="1147859">
                <a:moveTo>
                  <a:pt x="0" y="0"/>
                </a:moveTo>
                <a:lnTo>
                  <a:pt x="5184517" y="0"/>
                </a:lnTo>
                <a:lnTo>
                  <a:pt x="5184517" y="1147859"/>
                </a:lnTo>
                <a:lnTo>
                  <a:pt x="0" y="114785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t="-12380" r="-84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0" y="7608663"/>
            <a:ext cx="2614134" cy="2678337"/>
          </a:xfrm>
          <a:custGeom>
            <a:avLst/>
            <a:gdLst/>
            <a:ahLst/>
            <a:cxnLst/>
            <a:rect l="l" t="t" r="r" b="b"/>
            <a:pathLst>
              <a:path w="2614134" h="2678337">
                <a:moveTo>
                  <a:pt x="0" y="0"/>
                </a:moveTo>
                <a:lnTo>
                  <a:pt x="2614134" y="0"/>
                </a:lnTo>
                <a:lnTo>
                  <a:pt x="2614134" y="2678337"/>
                </a:lnTo>
                <a:lnTo>
                  <a:pt x="0" y="267833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t="-408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1386249" y="9182869"/>
            <a:ext cx="6901751" cy="1104131"/>
          </a:xfrm>
          <a:custGeom>
            <a:avLst/>
            <a:gdLst/>
            <a:ahLst/>
            <a:cxnLst/>
            <a:rect l="l" t="t" r="r" b="b"/>
            <a:pathLst>
              <a:path w="6901751" h="1104131">
                <a:moveTo>
                  <a:pt x="0" y="0"/>
                </a:moveTo>
                <a:lnTo>
                  <a:pt x="6901751" y="0"/>
                </a:lnTo>
                <a:lnTo>
                  <a:pt x="6901751" y="1104131"/>
                </a:lnTo>
                <a:lnTo>
                  <a:pt x="0" y="110413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950" t="-168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5400421" y="8373902"/>
            <a:ext cx="2887579" cy="1913098"/>
          </a:xfrm>
          <a:custGeom>
            <a:avLst/>
            <a:gdLst/>
            <a:ahLst/>
            <a:cxnLst/>
            <a:rect l="l" t="t" r="r" b="b"/>
            <a:pathLst>
              <a:path w="2887579" h="1913098">
                <a:moveTo>
                  <a:pt x="0" y="0"/>
                </a:moveTo>
                <a:lnTo>
                  <a:pt x="2887579" y="0"/>
                </a:lnTo>
                <a:lnTo>
                  <a:pt x="2887579" y="1913098"/>
                </a:lnTo>
                <a:lnTo>
                  <a:pt x="0" y="1913098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5681" t="-1142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1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/>
      <p:bldP spid="11" grpId="0" animBg="1"/>
      <p:bldP spid="12" grpId="0"/>
      <p:bldP spid="13" grpId="0" animBg="1"/>
      <p:bldP spid="14" grpId="0" animBg="1"/>
      <p:bldP spid="15" grpId="0" animBg="1"/>
      <p:bldP spid="16" grpId="0"/>
      <p:bldP spid="17" grpId="0" animBg="1"/>
      <p:bldP spid="18" grpId="0" animBg="1"/>
      <p:bldP spid="19" grpId="0" animBg="1"/>
      <p:bldP spid="20" grpId="0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714383" y="251436"/>
            <a:ext cx="4189177" cy="5750225"/>
          </a:xfrm>
          <a:custGeom>
            <a:avLst/>
            <a:gdLst/>
            <a:ahLst/>
            <a:cxnLst/>
            <a:rect l="l" t="t" r="r" b="b"/>
            <a:pathLst>
              <a:path w="4189177" h="5750225">
                <a:moveTo>
                  <a:pt x="0" y="0"/>
                </a:moveTo>
                <a:lnTo>
                  <a:pt x="4189177" y="0"/>
                </a:lnTo>
                <a:lnTo>
                  <a:pt x="4189177" y="5750225"/>
                </a:lnTo>
                <a:lnTo>
                  <a:pt x="0" y="57502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438" t="-76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142574" y="0"/>
            <a:ext cx="4145426" cy="6865288"/>
          </a:xfrm>
          <a:custGeom>
            <a:avLst/>
            <a:gdLst/>
            <a:ahLst/>
            <a:cxnLst/>
            <a:rect l="l" t="t" r="r" b="b"/>
            <a:pathLst>
              <a:path w="4145426" h="6865288">
                <a:moveTo>
                  <a:pt x="0" y="0"/>
                </a:moveTo>
                <a:lnTo>
                  <a:pt x="4145426" y="0"/>
                </a:lnTo>
                <a:lnTo>
                  <a:pt x="4145426" y="6865288"/>
                </a:lnTo>
                <a:lnTo>
                  <a:pt x="0" y="6865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7707051"/>
            <a:ext cx="4046986" cy="2579949"/>
          </a:xfrm>
          <a:custGeom>
            <a:avLst/>
            <a:gdLst/>
            <a:ahLst/>
            <a:cxnLst/>
            <a:rect l="l" t="t" r="r" b="b"/>
            <a:pathLst>
              <a:path w="4046986" h="2579949">
                <a:moveTo>
                  <a:pt x="0" y="0"/>
                </a:moveTo>
                <a:lnTo>
                  <a:pt x="4046986" y="0"/>
                </a:lnTo>
                <a:lnTo>
                  <a:pt x="404698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8050" r="-243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0" y="6723172"/>
            <a:ext cx="1739110" cy="3356120"/>
          </a:xfrm>
          <a:custGeom>
            <a:avLst/>
            <a:gdLst/>
            <a:ahLst/>
            <a:cxnLst/>
            <a:rect l="l" t="t" r="r" b="b"/>
            <a:pathLst>
              <a:path w="1739110" h="3356120">
                <a:moveTo>
                  <a:pt x="0" y="0"/>
                </a:moveTo>
                <a:lnTo>
                  <a:pt x="1739110" y="0"/>
                </a:lnTo>
                <a:lnTo>
                  <a:pt x="1739110" y="3356120"/>
                </a:lnTo>
                <a:lnTo>
                  <a:pt x="0" y="33561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605" r="-6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045368" y="8975162"/>
            <a:ext cx="7765837" cy="1311838"/>
          </a:xfrm>
          <a:custGeom>
            <a:avLst/>
            <a:gdLst/>
            <a:ahLst/>
            <a:cxnLst/>
            <a:rect l="l" t="t" r="r" b="b"/>
            <a:pathLst>
              <a:path w="7765837" h="1311838">
                <a:moveTo>
                  <a:pt x="0" y="0"/>
                </a:moveTo>
                <a:lnTo>
                  <a:pt x="7765838" y="0"/>
                </a:lnTo>
                <a:lnTo>
                  <a:pt x="7765838" y="1311838"/>
                </a:lnTo>
                <a:lnTo>
                  <a:pt x="0" y="13118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26" t="-15000" r="-267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8443981" y="6734104"/>
            <a:ext cx="2712574" cy="3170276"/>
          </a:xfrm>
          <a:custGeom>
            <a:avLst/>
            <a:gdLst/>
            <a:ahLst/>
            <a:cxnLst/>
            <a:rect l="l" t="t" r="r" b="b"/>
            <a:pathLst>
              <a:path w="2712574" h="3170276">
                <a:moveTo>
                  <a:pt x="0" y="0"/>
                </a:moveTo>
                <a:lnTo>
                  <a:pt x="2712574" y="0"/>
                </a:lnTo>
                <a:lnTo>
                  <a:pt x="2712574" y="3170276"/>
                </a:lnTo>
                <a:lnTo>
                  <a:pt x="0" y="31702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451" t="-3103" r="-6451" b="-55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7391100" y="535667"/>
            <a:ext cx="896900" cy="3410780"/>
          </a:xfrm>
          <a:custGeom>
            <a:avLst/>
            <a:gdLst/>
            <a:ahLst/>
            <a:cxnLst/>
            <a:rect l="l" t="t" r="r" b="b"/>
            <a:pathLst>
              <a:path w="896900" h="3410780">
                <a:moveTo>
                  <a:pt x="0" y="0"/>
                </a:moveTo>
                <a:lnTo>
                  <a:pt x="896900" y="0"/>
                </a:lnTo>
                <a:lnTo>
                  <a:pt x="896900" y="3410780"/>
                </a:lnTo>
                <a:lnTo>
                  <a:pt x="0" y="34107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1951" t="-3205" b="-3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5892622" y="4569571"/>
            <a:ext cx="2395378" cy="5717429"/>
          </a:xfrm>
          <a:custGeom>
            <a:avLst/>
            <a:gdLst/>
            <a:ahLst/>
            <a:cxnLst/>
            <a:rect l="l" t="t" r="r" b="b"/>
            <a:pathLst>
              <a:path w="2395378" h="5717429">
                <a:moveTo>
                  <a:pt x="0" y="0"/>
                </a:moveTo>
                <a:lnTo>
                  <a:pt x="2395378" y="0"/>
                </a:lnTo>
                <a:lnTo>
                  <a:pt x="2395378" y="5717429"/>
                </a:lnTo>
                <a:lnTo>
                  <a:pt x="0" y="57174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33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5326708" y="8045943"/>
            <a:ext cx="3751665" cy="1727254"/>
          </a:xfrm>
          <a:custGeom>
            <a:avLst/>
            <a:gdLst/>
            <a:ahLst/>
            <a:cxnLst/>
            <a:rect l="l" t="t" r="r" b="b"/>
            <a:pathLst>
              <a:path w="3751665" h="1727254">
                <a:moveTo>
                  <a:pt x="0" y="0"/>
                </a:moveTo>
                <a:lnTo>
                  <a:pt x="3751665" y="0"/>
                </a:lnTo>
                <a:lnTo>
                  <a:pt x="3751665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8746" t="-6962" r="-1749" b="-506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9023684" y="1891234"/>
            <a:ext cx="7908029" cy="8395766"/>
          </a:xfrm>
          <a:custGeom>
            <a:avLst/>
            <a:gdLst/>
            <a:ahLst/>
            <a:cxnLst/>
            <a:rect l="l" t="t" r="r" b="b"/>
            <a:pathLst>
              <a:path w="7908029" h="8395766">
                <a:moveTo>
                  <a:pt x="0" y="0"/>
                </a:moveTo>
                <a:lnTo>
                  <a:pt x="7908029" y="0"/>
                </a:lnTo>
                <a:lnTo>
                  <a:pt x="7908029" y="8395766"/>
                </a:lnTo>
                <a:lnTo>
                  <a:pt x="0" y="83957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244" t="-2213" r="-69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8826804" y="688715"/>
            <a:ext cx="1935990" cy="1934962"/>
          </a:xfrm>
          <a:custGeom>
            <a:avLst/>
            <a:gdLst/>
            <a:ahLst/>
            <a:cxnLst/>
            <a:rect l="l" t="t" r="r" b="b"/>
            <a:pathLst>
              <a:path w="1935990" h="1934962">
                <a:moveTo>
                  <a:pt x="0" y="0"/>
                </a:moveTo>
                <a:lnTo>
                  <a:pt x="1935990" y="0"/>
                </a:lnTo>
                <a:lnTo>
                  <a:pt x="1935990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6214" t="-2824" r="-6779" b="-847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5531675" y="1169723"/>
            <a:ext cx="1837550" cy="1956826"/>
          </a:xfrm>
          <a:custGeom>
            <a:avLst/>
            <a:gdLst/>
            <a:ahLst/>
            <a:cxnLst/>
            <a:rect l="l" t="t" r="r" b="b"/>
            <a:pathLst>
              <a:path w="1837550" h="1956826">
                <a:moveTo>
                  <a:pt x="0" y="0"/>
                </a:moveTo>
                <a:lnTo>
                  <a:pt x="1837550" y="0"/>
                </a:lnTo>
                <a:lnTo>
                  <a:pt x="1837550" y="1956825"/>
                </a:lnTo>
                <a:lnTo>
                  <a:pt x="0" y="19568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4166" t="-5027" r="-2976" b="-50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7361139" y="4449319"/>
            <a:ext cx="1914115" cy="1945894"/>
          </a:xfrm>
          <a:custGeom>
            <a:avLst/>
            <a:gdLst/>
            <a:ahLst/>
            <a:cxnLst/>
            <a:rect l="l" t="t" r="r" b="b"/>
            <a:pathLst>
              <a:path w="1914115" h="1945894">
                <a:moveTo>
                  <a:pt x="0" y="0"/>
                </a:moveTo>
                <a:lnTo>
                  <a:pt x="1914115" y="0"/>
                </a:lnTo>
                <a:lnTo>
                  <a:pt x="1914115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9714" t="-8426" r="-4571" b="-22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6089502" y="3279596"/>
            <a:ext cx="1946928" cy="2044282"/>
          </a:xfrm>
          <a:custGeom>
            <a:avLst/>
            <a:gdLst/>
            <a:ahLst/>
            <a:cxnLst/>
            <a:rect l="l" t="t" r="r" b="b"/>
            <a:pathLst>
              <a:path w="1946928" h="2044282">
                <a:moveTo>
                  <a:pt x="0" y="0"/>
                </a:moveTo>
                <a:lnTo>
                  <a:pt x="1946929" y="0"/>
                </a:lnTo>
                <a:lnTo>
                  <a:pt x="1946929" y="2044282"/>
                </a:lnTo>
                <a:lnTo>
                  <a:pt x="0" y="204428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10112" t="-3208" r="-2247" b="-213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947548" y="668764"/>
            <a:ext cx="10613562" cy="2746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24"/>
              </a:lnSpc>
            </a:pPr>
            <a:r>
              <a:rPr lang="en-US" sz="10019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Ứng</a:t>
            </a:r>
            <a:r>
              <a:rPr lang="en-US" sz="10019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10019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dụng</a:t>
            </a:r>
            <a:endParaRPr lang="en-US" sz="10019" dirty="0">
              <a:solidFill>
                <a:srgbClr val="054156"/>
              </a:solidFill>
              <a:latin typeface="Baloo"/>
              <a:ea typeface="Baloo"/>
              <a:cs typeface="Baloo"/>
              <a:sym typeface="Baloo"/>
            </a:endParaRPr>
          </a:p>
          <a:p>
            <a:pPr algn="l">
              <a:lnSpc>
                <a:spcPts val="10724"/>
              </a:lnSpc>
            </a:pPr>
            <a:r>
              <a:rPr lang="en-US" sz="10019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dành</a:t>
            </a:r>
            <a:r>
              <a:rPr lang="en-US" sz="10019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10019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cho</a:t>
            </a:r>
            <a:r>
              <a:rPr lang="en-US" sz="10019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ai?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73027" y="3604716"/>
            <a:ext cx="6991033" cy="108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9716" lvl="1" indent="-424858" algn="l">
              <a:lnSpc>
                <a:spcPts val="4214"/>
              </a:lnSpc>
              <a:buFont typeface="Arial"/>
              <a:buChar char="•"/>
            </a:pPr>
            <a:r>
              <a:rPr lang="en-US" sz="3937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Ứng</a:t>
            </a:r>
            <a:r>
              <a:rPr lang="en-US" sz="3937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dụng</a:t>
            </a:r>
            <a:r>
              <a:rPr lang="en-US" sz="3937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tiếng</a:t>
            </a:r>
            <a:r>
              <a:rPr lang="en-US" sz="3937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Việt </a:t>
            </a:r>
            <a:r>
              <a:rPr lang="en-US" sz="3937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dành</a:t>
            </a:r>
            <a:r>
              <a:rPr lang="en-US" sz="3937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cho</a:t>
            </a:r>
            <a:r>
              <a:rPr lang="en-US" sz="3937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người</a:t>
            </a:r>
            <a:r>
              <a:rPr lang="en-US" sz="3937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từ</a:t>
            </a:r>
            <a:r>
              <a:rPr lang="en-US" sz="3937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16 </a:t>
            </a:r>
            <a:r>
              <a:rPr lang="en-US" sz="3937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tuổi</a:t>
            </a:r>
            <a:r>
              <a:rPr lang="en-US" sz="3937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9129" y="4990314"/>
            <a:ext cx="6380810" cy="108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9716" lvl="1" indent="-424858" algn="l">
              <a:lnSpc>
                <a:spcPts val="4214"/>
              </a:lnSpc>
              <a:buFont typeface="Arial"/>
              <a:buChar char="•"/>
            </a:pPr>
            <a:r>
              <a:rPr lang="en-US" sz="3937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Hoạt</a:t>
            </a:r>
            <a:r>
              <a:rPr lang="en-US" sz="3937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động</a:t>
            </a:r>
            <a:r>
              <a:rPr lang="en-US" sz="3937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trên</a:t>
            </a:r>
            <a:r>
              <a:rPr lang="en-US" sz="3937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Android </a:t>
            </a:r>
            <a:r>
              <a:rPr lang="en-US" sz="3937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và</a:t>
            </a:r>
            <a:r>
              <a:rPr lang="en-US" sz="3937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iPhone.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7965" y="6390972"/>
            <a:ext cx="7497293" cy="1617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9716" lvl="1" indent="-424858" algn="l">
              <a:lnSpc>
                <a:spcPts val="4214"/>
              </a:lnSpc>
              <a:buFont typeface="Arial"/>
              <a:buChar char="•"/>
            </a:pPr>
            <a:r>
              <a:rPr lang="en-US" sz="3937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Hỗ</a:t>
            </a:r>
            <a:r>
              <a:rPr lang="en-US" sz="3937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trợ</a:t>
            </a:r>
            <a:r>
              <a:rPr lang="en-US" sz="3937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xây</a:t>
            </a:r>
            <a:r>
              <a:rPr lang="en-US" sz="3937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dựng</a:t>
            </a:r>
            <a:r>
              <a:rPr lang="en-US" sz="3937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kế</a:t>
            </a:r>
            <a:r>
              <a:rPr lang="en-US" sz="3937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hoạch</a:t>
            </a:r>
            <a:r>
              <a:rPr lang="en-US" sz="3937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và</a:t>
            </a:r>
            <a:r>
              <a:rPr lang="en-US" sz="3937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ghi</a:t>
            </a:r>
            <a:r>
              <a:rPr lang="en-US" sz="3937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chép</a:t>
            </a:r>
            <a:r>
              <a:rPr lang="en-US" sz="3937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thói</a:t>
            </a:r>
            <a:r>
              <a:rPr lang="en-US" sz="3937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quen</a:t>
            </a:r>
            <a:r>
              <a:rPr lang="en-US" sz="3937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sống</a:t>
            </a:r>
            <a:r>
              <a:rPr lang="en-US" sz="3937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khỏe</a:t>
            </a:r>
            <a:r>
              <a:rPr lang="en-US" sz="3937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allAtOnce"/>
      <p:bldP spid="18" grpId="0" build="p"/>
      <p:bldP spid="19" grpId="0" build="p"/>
      <p:bldP spid="2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008086" y="1464886"/>
            <a:ext cx="4768880" cy="4536775"/>
          </a:xfrm>
          <a:custGeom>
            <a:avLst/>
            <a:gdLst/>
            <a:ahLst/>
            <a:cxnLst/>
            <a:rect l="l" t="t" r="r" b="b"/>
            <a:pathLst>
              <a:path w="4768880" h="4536775">
                <a:moveTo>
                  <a:pt x="0" y="0"/>
                </a:moveTo>
                <a:lnTo>
                  <a:pt x="4768881" y="0"/>
                </a:lnTo>
                <a:lnTo>
                  <a:pt x="4768881" y="4536775"/>
                </a:lnTo>
                <a:lnTo>
                  <a:pt x="0" y="4536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096" r="-6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8575" y="6384281"/>
            <a:ext cx="5829847" cy="3902719"/>
          </a:xfrm>
          <a:custGeom>
            <a:avLst/>
            <a:gdLst/>
            <a:ahLst/>
            <a:cxnLst/>
            <a:rect l="l" t="t" r="r" b="b"/>
            <a:pathLst>
              <a:path w="5829847" h="3902719">
                <a:moveTo>
                  <a:pt x="0" y="0"/>
                </a:moveTo>
                <a:lnTo>
                  <a:pt x="5829847" y="0"/>
                </a:lnTo>
                <a:lnTo>
                  <a:pt x="5829847" y="3902719"/>
                </a:lnTo>
                <a:lnTo>
                  <a:pt x="0" y="39027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481" r="-93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5392335" y="7335363"/>
            <a:ext cx="5064201" cy="2951637"/>
          </a:xfrm>
          <a:custGeom>
            <a:avLst/>
            <a:gdLst/>
            <a:ahLst/>
            <a:cxnLst/>
            <a:rect l="l" t="t" r="r" b="b"/>
            <a:pathLst>
              <a:path w="5064201" h="2951637">
                <a:moveTo>
                  <a:pt x="0" y="0"/>
                </a:moveTo>
                <a:lnTo>
                  <a:pt x="5064201" y="0"/>
                </a:lnTo>
                <a:lnTo>
                  <a:pt x="5064201" y="2951637"/>
                </a:lnTo>
                <a:lnTo>
                  <a:pt x="0" y="29516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455" t="-1851" r="-431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498861" y="153048"/>
            <a:ext cx="2789139" cy="7357227"/>
          </a:xfrm>
          <a:custGeom>
            <a:avLst/>
            <a:gdLst/>
            <a:ahLst/>
            <a:cxnLst/>
            <a:rect l="l" t="t" r="r" b="b"/>
            <a:pathLst>
              <a:path w="2789139" h="7357227">
                <a:moveTo>
                  <a:pt x="0" y="0"/>
                </a:moveTo>
                <a:lnTo>
                  <a:pt x="2789139" y="0"/>
                </a:lnTo>
                <a:lnTo>
                  <a:pt x="2789139" y="7357227"/>
                </a:lnTo>
                <a:lnTo>
                  <a:pt x="0" y="73572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568" t="-20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7019215" y="7236976"/>
            <a:ext cx="1268785" cy="1825642"/>
          </a:xfrm>
          <a:custGeom>
            <a:avLst/>
            <a:gdLst/>
            <a:ahLst/>
            <a:cxnLst/>
            <a:rect l="l" t="t" r="r" b="b"/>
            <a:pathLst>
              <a:path w="1268785" h="1825642">
                <a:moveTo>
                  <a:pt x="0" y="0"/>
                </a:moveTo>
                <a:lnTo>
                  <a:pt x="1268785" y="0"/>
                </a:lnTo>
                <a:lnTo>
                  <a:pt x="1268785" y="1825641"/>
                </a:lnTo>
                <a:lnTo>
                  <a:pt x="0" y="18256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0689" t="-9580" b="-83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0" y="7226044"/>
            <a:ext cx="3226651" cy="3060956"/>
          </a:xfrm>
          <a:custGeom>
            <a:avLst/>
            <a:gdLst/>
            <a:ahLst/>
            <a:cxnLst/>
            <a:rect l="l" t="t" r="r" b="b"/>
            <a:pathLst>
              <a:path w="3226651" h="3060956">
                <a:moveTo>
                  <a:pt x="0" y="0"/>
                </a:moveTo>
                <a:lnTo>
                  <a:pt x="3226651" y="0"/>
                </a:lnTo>
                <a:lnTo>
                  <a:pt x="3226651" y="3060956"/>
                </a:lnTo>
                <a:lnTo>
                  <a:pt x="0" y="30609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5357" r="-13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5217330" y="8570678"/>
            <a:ext cx="13070670" cy="1716322"/>
          </a:xfrm>
          <a:custGeom>
            <a:avLst/>
            <a:gdLst/>
            <a:ahLst/>
            <a:cxnLst/>
            <a:rect l="l" t="t" r="r" b="b"/>
            <a:pathLst>
              <a:path w="13070670" h="1716322">
                <a:moveTo>
                  <a:pt x="0" y="0"/>
                </a:moveTo>
                <a:lnTo>
                  <a:pt x="13070670" y="0"/>
                </a:lnTo>
                <a:lnTo>
                  <a:pt x="13070670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8006469" y="5772089"/>
            <a:ext cx="2100057" cy="3268664"/>
          </a:xfrm>
          <a:custGeom>
            <a:avLst/>
            <a:gdLst/>
            <a:ahLst/>
            <a:cxnLst/>
            <a:rect l="l" t="t" r="r" b="b"/>
            <a:pathLst>
              <a:path w="2100057" h="3268664">
                <a:moveTo>
                  <a:pt x="0" y="0"/>
                </a:moveTo>
                <a:lnTo>
                  <a:pt x="2100057" y="0"/>
                </a:lnTo>
                <a:lnTo>
                  <a:pt x="2100057" y="3268664"/>
                </a:lnTo>
                <a:lnTo>
                  <a:pt x="0" y="32686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8333" t="-6354" r="-6249" b="-53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6376737" y="8308310"/>
            <a:ext cx="3018833" cy="1497682"/>
          </a:xfrm>
          <a:custGeom>
            <a:avLst/>
            <a:gdLst/>
            <a:ahLst/>
            <a:cxnLst/>
            <a:rect l="l" t="t" r="r" b="b"/>
            <a:pathLst>
              <a:path w="3018833" h="1497682">
                <a:moveTo>
                  <a:pt x="0" y="0"/>
                </a:moveTo>
                <a:lnTo>
                  <a:pt x="3018832" y="0"/>
                </a:lnTo>
                <a:lnTo>
                  <a:pt x="3018832" y="1497683"/>
                </a:lnTo>
                <a:lnTo>
                  <a:pt x="0" y="149768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173" t="-11678" r="-6159" b="-36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6177005" y="7980351"/>
            <a:ext cx="1903177" cy="1716322"/>
          </a:xfrm>
          <a:custGeom>
            <a:avLst/>
            <a:gdLst/>
            <a:ahLst/>
            <a:cxnLst/>
            <a:rect l="l" t="t" r="r" b="b"/>
            <a:pathLst>
              <a:path w="1903177" h="1716322">
                <a:moveTo>
                  <a:pt x="0" y="0"/>
                </a:moveTo>
                <a:lnTo>
                  <a:pt x="1903177" y="0"/>
                </a:lnTo>
                <a:lnTo>
                  <a:pt x="1903177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4022" t="-3184" b="-955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9503535" y="2547153"/>
            <a:ext cx="8651799" cy="6832492"/>
          </a:xfrm>
          <a:custGeom>
            <a:avLst/>
            <a:gdLst/>
            <a:ahLst/>
            <a:cxnLst/>
            <a:rect l="l" t="t" r="r" b="b"/>
            <a:pathLst>
              <a:path w="8651799" h="6832492">
                <a:moveTo>
                  <a:pt x="0" y="0"/>
                </a:moveTo>
                <a:lnTo>
                  <a:pt x="8651799" y="0"/>
                </a:lnTo>
                <a:lnTo>
                  <a:pt x="8651799" y="6832492"/>
                </a:lnTo>
                <a:lnTo>
                  <a:pt x="0" y="683249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643" t="-2880" r="-1643" b="-8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4022258" y="1082267"/>
            <a:ext cx="1279722" cy="1224383"/>
          </a:xfrm>
          <a:custGeom>
            <a:avLst/>
            <a:gdLst/>
            <a:ahLst/>
            <a:cxnLst/>
            <a:rect l="l" t="t" r="r" b="b"/>
            <a:pathLst>
              <a:path w="1279722" h="1224383">
                <a:moveTo>
                  <a:pt x="0" y="0"/>
                </a:moveTo>
                <a:lnTo>
                  <a:pt x="1279723" y="0"/>
                </a:lnTo>
                <a:lnTo>
                  <a:pt x="1279723" y="1224382"/>
                </a:lnTo>
                <a:lnTo>
                  <a:pt x="0" y="12243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7692" t="-18750" r="-12820" b="-44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763109" y="675869"/>
            <a:ext cx="9916864" cy="2390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25"/>
              </a:lnSpc>
            </a:pPr>
            <a:r>
              <a:rPr lang="en-US" sz="8480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Ứng</a:t>
            </a:r>
            <a:r>
              <a:rPr lang="en-US" sz="8480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8480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dụng</a:t>
            </a:r>
            <a:r>
              <a:rPr lang="en-US" sz="8480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8480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hoạt</a:t>
            </a:r>
            <a:endParaRPr lang="en-US" sz="8480" dirty="0">
              <a:solidFill>
                <a:srgbClr val="084158"/>
              </a:solidFill>
              <a:latin typeface="Baloo"/>
              <a:ea typeface="Baloo"/>
              <a:cs typeface="Baloo"/>
              <a:sym typeface="Baloo"/>
            </a:endParaRPr>
          </a:p>
          <a:p>
            <a:pPr algn="l">
              <a:lnSpc>
                <a:spcPts val="9325"/>
              </a:lnSpc>
            </a:pPr>
            <a:r>
              <a:rPr lang="en-US" sz="8480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động</a:t>
            </a:r>
            <a:r>
              <a:rPr lang="en-US" sz="8480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8480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như</a:t>
            </a:r>
            <a:r>
              <a:rPr lang="en-US" sz="8480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8480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thế</a:t>
            </a:r>
            <a:r>
              <a:rPr lang="en-US" sz="8480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8480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nào</a:t>
            </a:r>
            <a:r>
              <a:rPr lang="en-US" sz="8480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9369" y="3602773"/>
            <a:ext cx="7730067" cy="5351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0106" lvl="1" indent="-425053" algn="l">
              <a:lnSpc>
                <a:spcPts val="4213"/>
              </a:lnSpc>
              <a:buFont typeface="Arial"/>
              <a:buChar char="•"/>
            </a:pP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Hỗ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trợ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những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dòng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điện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thoại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hệ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điều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hành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Android </a:t>
            </a: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và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IOS</a:t>
            </a:r>
          </a:p>
          <a:p>
            <a:pPr marL="850106" lvl="1" indent="-425053" algn="l">
              <a:lnSpc>
                <a:spcPts val="4213"/>
              </a:lnSpc>
              <a:buFont typeface="Arial"/>
              <a:buChar char="•"/>
            </a:pPr>
            <a:endParaRPr lang="en-US" sz="3937" dirty="0">
              <a:solidFill>
                <a:srgbClr val="084158"/>
              </a:solidFill>
              <a:latin typeface="Baloo"/>
              <a:ea typeface="Baloo"/>
              <a:cs typeface="Baloo"/>
              <a:sym typeface="Baloo"/>
            </a:endParaRPr>
          </a:p>
          <a:p>
            <a:pPr marL="850106" lvl="1" indent="-425053" algn="l">
              <a:lnSpc>
                <a:spcPts val="4213"/>
              </a:lnSpc>
              <a:buFont typeface="Arial"/>
              <a:buChar char="•"/>
            </a:pP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Dùng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ngay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, </a:t>
            </a: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không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cần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tài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khoản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; </a:t>
            </a: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dữ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liệu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mặc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định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lưu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trên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điện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thoại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.</a:t>
            </a:r>
          </a:p>
          <a:p>
            <a:pPr algn="l">
              <a:lnSpc>
                <a:spcPts val="4213"/>
              </a:lnSpc>
            </a:pPr>
            <a:endParaRPr lang="en-US" sz="3937" dirty="0">
              <a:solidFill>
                <a:srgbClr val="084158"/>
              </a:solidFill>
              <a:latin typeface="Baloo"/>
              <a:ea typeface="Baloo"/>
              <a:cs typeface="Baloo"/>
              <a:sym typeface="Baloo"/>
            </a:endParaRPr>
          </a:p>
          <a:p>
            <a:pPr marL="850106" lvl="1" indent="-425053" algn="l">
              <a:lnSpc>
                <a:spcPts val="4214"/>
              </a:lnSpc>
              <a:buFont typeface="Arial"/>
              <a:buChar char="•"/>
            </a:pP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Đăng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nhập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là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tùy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chọn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để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sao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lưu</a:t>
            </a:r>
            <a:r>
              <a:rPr lang="en-US" sz="3937" dirty="0">
                <a:solidFill>
                  <a:srgbClr val="084158"/>
                </a:solidFill>
                <a:latin typeface="Baloo"/>
                <a:ea typeface="Baloo"/>
                <a:cs typeface="Baloo"/>
                <a:sym typeface="Baloo"/>
              </a:rPr>
              <a:t>: Google (Android), Apple (iOS).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459770" y="43728"/>
            <a:ext cx="3828230" cy="2514357"/>
          </a:xfrm>
          <a:custGeom>
            <a:avLst/>
            <a:gdLst/>
            <a:ahLst/>
            <a:cxnLst/>
            <a:rect l="l" t="t" r="r" b="b"/>
            <a:pathLst>
              <a:path w="3828230" h="2514357">
                <a:moveTo>
                  <a:pt x="0" y="0"/>
                </a:moveTo>
                <a:lnTo>
                  <a:pt x="3828230" y="0"/>
                </a:lnTo>
                <a:lnTo>
                  <a:pt x="3828230" y="2514357"/>
                </a:lnTo>
                <a:lnTo>
                  <a:pt x="0" y="25143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71" t="-1739" b="-8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687847" y="415416"/>
            <a:ext cx="1531292" cy="863627"/>
          </a:xfrm>
          <a:custGeom>
            <a:avLst/>
            <a:gdLst/>
            <a:ahLst/>
            <a:cxnLst/>
            <a:rect l="l" t="t" r="r" b="b"/>
            <a:pathLst>
              <a:path w="1531292" h="863627">
                <a:moveTo>
                  <a:pt x="0" y="0"/>
                </a:moveTo>
                <a:lnTo>
                  <a:pt x="1531292" y="0"/>
                </a:lnTo>
                <a:lnTo>
                  <a:pt x="153129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285" t="-24050" r="-10000" b="-126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26574" y="1661662"/>
            <a:ext cx="8706488" cy="3913651"/>
          </a:xfrm>
          <a:custGeom>
            <a:avLst/>
            <a:gdLst/>
            <a:ahLst/>
            <a:cxnLst/>
            <a:rect l="l" t="t" r="r" b="b"/>
            <a:pathLst>
              <a:path w="8706488" h="3913651">
                <a:moveTo>
                  <a:pt x="0" y="0"/>
                </a:moveTo>
                <a:lnTo>
                  <a:pt x="8706488" y="0"/>
                </a:lnTo>
                <a:lnTo>
                  <a:pt x="8706488" y="3913651"/>
                </a:lnTo>
                <a:lnTo>
                  <a:pt x="0" y="39136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189" r="-12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426574" y="369131"/>
            <a:ext cx="10014997" cy="1089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14"/>
              </a:lnSpc>
            </a:pPr>
            <a:r>
              <a:rPr lang="en-US" sz="8057">
                <a:solidFill>
                  <a:srgbClr val="073C49"/>
                </a:solidFill>
                <a:latin typeface="Baloo"/>
                <a:ea typeface="Baloo"/>
                <a:cs typeface="Baloo"/>
                <a:sym typeface="Baloo"/>
              </a:rPr>
              <a:t>Bốn nhóm chức năng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8302" y="2052398"/>
            <a:ext cx="2289373" cy="630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37"/>
              </a:lnSpc>
            </a:pPr>
            <a:r>
              <a:rPr lang="en-US" sz="4646">
                <a:solidFill>
                  <a:srgbClr val="073C49"/>
                </a:solidFill>
                <a:latin typeface="Baloo"/>
                <a:ea typeface="Baloo"/>
                <a:cs typeface="Baloo"/>
                <a:sym typeface="Baloo"/>
              </a:rPr>
              <a:t>Ăn uống</a:t>
            </a:r>
          </a:p>
        </p:txBody>
      </p:sp>
      <p:sp>
        <p:nvSpPr>
          <p:cNvPr id="8" name="Freeform 8"/>
          <p:cNvSpPr/>
          <p:nvPr/>
        </p:nvSpPr>
        <p:spPr>
          <a:xfrm>
            <a:off x="1662545" y="1880302"/>
            <a:ext cx="7022067" cy="3684080"/>
          </a:xfrm>
          <a:custGeom>
            <a:avLst/>
            <a:gdLst/>
            <a:ahLst/>
            <a:cxnLst/>
            <a:rect l="l" t="t" r="r" b="b"/>
            <a:pathLst>
              <a:path w="7022067" h="3684080">
                <a:moveTo>
                  <a:pt x="0" y="0"/>
                </a:moveTo>
                <a:lnTo>
                  <a:pt x="7022067" y="0"/>
                </a:lnTo>
                <a:lnTo>
                  <a:pt x="7022067" y="3684080"/>
                </a:lnTo>
                <a:lnTo>
                  <a:pt x="0" y="36840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024" t="-4747" r="-467" b="-2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9242440" y="1650730"/>
            <a:ext cx="8739301" cy="3924583"/>
          </a:xfrm>
          <a:custGeom>
            <a:avLst/>
            <a:gdLst/>
            <a:ahLst/>
            <a:cxnLst/>
            <a:rect l="l" t="t" r="r" b="b"/>
            <a:pathLst>
              <a:path w="8739301" h="3924583">
                <a:moveTo>
                  <a:pt x="0" y="0"/>
                </a:moveTo>
                <a:lnTo>
                  <a:pt x="8739302" y="0"/>
                </a:lnTo>
                <a:lnTo>
                  <a:pt x="8739302" y="3924583"/>
                </a:lnTo>
                <a:lnTo>
                  <a:pt x="0" y="39245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26" t="-3899" r="-112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9779248" y="2052398"/>
            <a:ext cx="2554888" cy="630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37"/>
              </a:lnSpc>
            </a:pPr>
            <a:r>
              <a:rPr lang="en-US" sz="4646">
                <a:solidFill>
                  <a:srgbClr val="073C49"/>
                </a:solidFill>
                <a:latin typeface="Baloo"/>
                <a:ea typeface="Baloo"/>
                <a:cs typeface="Baloo"/>
                <a:sym typeface="Baloo"/>
              </a:rPr>
              <a:t>Thời gian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270593" y="1978690"/>
            <a:ext cx="7033005" cy="3596624"/>
          </a:xfrm>
          <a:custGeom>
            <a:avLst/>
            <a:gdLst/>
            <a:ahLst/>
            <a:cxnLst/>
            <a:rect l="l" t="t" r="r" b="b"/>
            <a:pathLst>
              <a:path w="7033005" h="3596624">
                <a:moveTo>
                  <a:pt x="0" y="0"/>
                </a:moveTo>
                <a:lnTo>
                  <a:pt x="7033005" y="0"/>
                </a:lnTo>
                <a:lnTo>
                  <a:pt x="7033005" y="3596623"/>
                </a:lnTo>
                <a:lnTo>
                  <a:pt x="0" y="35966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22" t="-1519" r="-171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426574" y="5684633"/>
            <a:ext cx="8717426" cy="4176019"/>
          </a:xfrm>
          <a:custGeom>
            <a:avLst/>
            <a:gdLst/>
            <a:ahLst/>
            <a:cxnLst/>
            <a:rect l="l" t="t" r="r" b="b"/>
            <a:pathLst>
              <a:path w="8717426" h="4176019">
                <a:moveTo>
                  <a:pt x="0" y="0"/>
                </a:moveTo>
                <a:lnTo>
                  <a:pt x="8717426" y="0"/>
                </a:lnTo>
                <a:lnTo>
                  <a:pt x="8717426" y="4176019"/>
                </a:lnTo>
                <a:lnTo>
                  <a:pt x="0" y="41760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287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926642" y="6028460"/>
            <a:ext cx="3776434" cy="630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37"/>
              </a:lnSpc>
            </a:pPr>
            <a:r>
              <a:rPr lang="en-US" sz="4646">
                <a:solidFill>
                  <a:srgbClr val="073C49"/>
                </a:solidFill>
                <a:latin typeface="Baloo"/>
                <a:ea typeface="Baloo"/>
                <a:cs typeface="Baloo"/>
                <a:sym typeface="Baloo"/>
              </a:rPr>
              <a:t>Lịch sinh hoạt</a:t>
            </a:r>
          </a:p>
        </p:txBody>
      </p:sp>
      <p:sp>
        <p:nvSpPr>
          <p:cNvPr id="14" name="Freeform 14"/>
          <p:cNvSpPr/>
          <p:nvPr/>
        </p:nvSpPr>
        <p:spPr>
          <a:xfrm>
            <a:off x="798459" y="6198437"/>
            <a:ext cx="8258038" cy="3662216"/>
          </a:xfrm>
          <a:custGeom>
            <a:avLst/>
            <a:gdLst/>
            <a:ahLst/>
            <a:cxnLst/>
            <a:rect l="l" t="t" r="r" b="b"/>
            <a:pathLst>
              <a:path w="8258038" h="3662216">
                <a:moveTo>
                  <a:pt x="0" y="0"/>
                </a:moveTo>
                <a:lnTo>
                  <a:pt x="8258039" y="0"/>
                </a:lnTo>
                <a:lnTo>
                  <a:pt x="8258039" y="3662215"/>
                </a:lnTo>
                <a:lnTo>
                  <a:pt x="0" y="366221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854" t="-5671" r="-10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9231502" y="5684633"/>
            <a:ext cx="8750239" cy="4176019"/>
          </a:xfrm>
          <a:custGeom>
            <a:avLst/>
            <a:gdLst/>
            <a:ahLst/>
            <a:cxnLst/>
            <a:rect l="l" t="t" r="r" b="b"/>
            <a:pathLst>
              <a:path w="8750239" h="4176019">
                <a:moveTo>
                  <a:pt x="0" y="0"/>
                </a:moveTo>
                <a:lnTo>
                  <a:pt x="8750240" y="0"/>
                </a:lnTo>
                <a:lnTo>
                  <a:pt x="8750240" y="4176019"/>
                </a:lnTo>
                <a:lnTo>
                  <a:pt x="0" y="41760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000" t="-2879" r="-11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9730762" y="6028460"/>
            <a:ext cx="4724567" cy="630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37"/>
              </a:lnSpc>
            </a:pPr>
            <a:r>
              <a:rPr lang="en-US" sz="4646">
                <a:solidFill>
                  <a:srgbClr val="073C49"/>
                </a:solidFill>
                <a:latin typeface="Baloo"/>
                <a:ea typeface="Baloo"/>
                <a:cs typeface="Baloo"/>
                <a:sym typeface="Baloo"/>
              </a:rPr>
              <a:t>Chức năng chung</a:t>
            </a:r>
          </a:p>
        </p:txBody>
      </p:sp>
      <p:sp>
        <p:nvSpPr>
          <p:cNvPr id="17" name="Freeform 17"/>
          <p:cNvSpPr/>
          <p:nvPr/>
        </p:nvSpPr>
        <p:spPr>
          <a:xfrm>
            <a:off x="9242440" y="6493600"/>
            <a:ext cx="5982976" cy="3367052"/>
          </a:xfrm>
          <a:custGeom>
            <a:avLst/>
            <a:gdLst/>
            <a:ahLst/>
            <a:cxnLst/>
            <a:rect l="l" t="t" r="r" b="b"/>
            <a:pathLst>
              <a:path w="5982976" h="3367052">
                <a:moveTo>
                  <a:pt x="0" y="0"/>
                </a:moveTo>
                <a:lnTo>
                  <a:pt x="5982976" y="0"/>
                </a:lnTo>
                <a:lnTo>
                  <a:pt x="5982976" y="3367052"/>
                </a:lnTo>
                <a:lnTo>
                  <a:pt x="0" y="336705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645" t="-1948" r="-36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0970612" y="6132845"/>
            <a:ext cx="6595493" cy="3301460"/>
          </a:xfrm>
          <a:custGeom>
            <a:avLst/>
            <a:gdLst/>
            <a:ahLst/>
            <a:cxnLst/>
            <a:rect l="l" t="t" r="r" b="b"/>
            <a:pathLst>
              <a:path w="6595493" h="3301460">
                <a:moveTo>
                  <a:pt x="0" y="0"/>
                </a:moveTo>
                <a:lnTo>
                  <a:pt x="6595493" y="0"/>
                </a:lnTo>
                <a:lnTo>
                  <a:pt x="6595493" y="3301460"/>
                </a:lnTo>
                <a:lnTo>
                  <a:pt x="0" y="330146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326" t="-4304" r="-1160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/>
      <p:bldP spid="9" grpId="0" animBg="1"/>
      <p:bldP spid="10" grpId="0"/>
      <p:bldP spid="11" grpId="0" animBg="1"/>
      <p:bldP spid="12" grpId="0" animBg="1"/>
      <p:bldP spid="13" grpId="0"/>
      <p:bldP spid="14" grpId="0" animBg="1"/>
      <p:bldP spid="15" grpId="0" animBg="1"/>
      <p:bldP spid="16" grpId="0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8288000" cy="7510275"/>
          </a:xfrm>
          <a:custGeom>
            <a:avLst/>
            <a:gdLst/>
            <a:ahLst/>
            <a:cxnLst/>
            <a:rect l="l" t="t" r="r" b="b"/>
            <a:pathLst>
              <a:path w="18288000" h="7510275">
                <a:moveTo>
                  <a:pt x="0" y="0"/>
                </a:moveTo>
                <a:lnTo>
                  <a:pt x="18288000" y="0"/>
                </a:lnTo>
                <a:lnTo>
                  <a:pt x="18288000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576852" y="371688"/>
            <a:ext cx="5447024" cy="5105238"/>
          </a:xfrm>
          <a:custGeom>
            <a:avLst/>
            <a:gdLst/>
            <a:ahLst/>
            <a:cxnLst/>
            <a:rect l="l" t="t" r="r" b="b"/>
            <a:pathLst>
              <a:path w="5447024" h="5105238">
                <a:moveTo>
                  <a:pt x="0" y="0"/>
                </a:moveTo>
                <a:lnTo>
                  <a:pt x="5447024" y="0"/>
                </a:lnTo>
                <a:lnTo>
                  <a:pt x="5447024" y="5105238"/>
                </a:lnTo>
                <a:lnTo>
                  <a:pt x="0" y="510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09" t="-3211" r="-1606" b="-19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958249" y="0"/>
            <a:ext cx="2329751" cy="6253097"/>
          </a:xfrm>
          <a:custGeom>
            <a:avLst/>
            <a:gdLst/>
            <a:ahLst/>
            <a:cxnLst/>
            <a:rect l="l" t="t" r="r" b="b"/>
            <a:pathLst>
              <a:path w="2329751" h="6253097">
                <a:moveTo>
                  <a:pt x="0" y="0"/>
                </a:moveTo>
                <a:lnTo>
                  <a:pt x="2329751" y="0"/>
                </a:lnTo>
                <a:lnTo>
                  <a:pt x="2329751" y="6253097"/>
                </a:lnTo>
                <a:lnTo>
                  <a:pt x="0" y="62530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816" b="-297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0" y="5214558"/>
            <a:ext cx="18288000" cy="2295717"/>
          </a:xfrm>
          <a:custGeom>
            <a:avLst/>
            <a:gdLst/>
            <a:ahLst/>
            <a:cxnLst/>
            <a:rect l="l" t="t" r="r" b="b"/>
            <a:pathLst>
              <a:path w="18288000" h="2295717">
                <a:moveTo>
                  <a:pt x="0" y="0"/>
                </a:moveTo>
                <a:lnTo>
                  <a:pt x="18288000" y="0"/>
                </a:lnTo>
                <a:lnTo>
                  <a:pt x="18288000" y="2295717"/>
                </a:lnTo>
                <a:lnTo>
                  <a:pt x="0" y="22957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3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4001107"/>
            <a:ext cx="1651608" cy="4055767"/>
          </a:xfrm>
          <a:custGeom>
            <a:avLst/>
            <a:gdLst/>
            <a:ahLst/>
            <a:cxnLst/>
            <a:rect l="l" t="t" r="r" b="b"/>
            <a:pathLst>
              <a:path w="1651608" h="4055767">
                <a:moveTo>
                  <a:pt x="0" y="0"/>
                </a:moveTo>
                <a:lnTo>
                  <a:pt x="1651608" y="0"/>
                </a:lnTo>
                <a:lnTo>
                  <a:pt x="1651608" y="4055768"/>
                </a:lnTo>
                <a:lnTo>
                  <a:pt x="0" y="40557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3773" r="-5960" b="-215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0" y="7291635"/>
            <a:ext cx="18288000" cy="2995365"/>
          </a:xfrm>
          <a:custGeom>
            <a:avLst/>
            <a:gdLst/>
            <a:ahLst/>
            <a:cxnLst/>
            <a:rect l="l" t="t" r="r" b="b"/>
            <a:pathLst>
              <a:path w="18288000" h="2995365">
                <a:moveTo>
                  <a:pt x="0" y="0"/>
                </a:moveTo>
                <a:lnTo>
                  <a:pt x="18288000" y="0"/>
                </a:lnTo>
                <a:lnTo>
                  <a:pt x="18288000" y="2995365"/>
                </a:lnTo>
                <a:lnTo>
                  <a:pt x="0" y="29953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933976" y="800195"/>
            <a:ext cx="10366388" cy="1393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24"/>
              </a:lnSpc>
            </a:pPr>
            <a:r>
              <a:rPr lang="en-US" sz="10019" dirty="0" err="1">
                <a:solidFill>
                  <a:srgbClr val="063F4F"/>
                </a:solidFill>
                <a:latin typeface="Baloo"/>
                <a:ea typeface="Baloo"/>
                <a:cs typeface="Baloo"/>
                <a:sym typeface="Baloo"/>
              </a:rPr>
              <a:t>Ăn</a:t>
            </a:r>
            <a:r>
              <a:rPr lang="en-US" sz="10019" dirty="0">
                <a:solidFill>
                  <a:srgbClr val="063F4F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10019" dirty="0" err="1">
                <a:solidFill>
                  <a:srgbClr val="063F4F"/>
                </a:solidFill>
                <a:latin typeface="Baloo"/>
                <a:ea typeface="Baloo"/>
                <a:cs typeface="Baloo"/>
                <a:sym typeface="Baloo"/>
              </a:rPr>
              <a:t>uống</a:t>
            </a:r>
            <a:r>
              <a:rPr lang="en-US" sz="10019" dirty="0">
                <a:solidFill>
                  <a:srgbClr val="063F4F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9554" y="2565423"/>
            <a:ext cx="9659466" cy="108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9716" lvl="1" indent="-424858" algn="l">
              <a:lnSpc>
                <a:spcPts val="4214"/>
              </a:lnSpc>
              <a:buFont typeface="Arial"/>
              <a:buChar char="•"/>
            </a:pPr>
            <a:r>
              <a:rPr lang="en-US" sz="3937" dirty="0" err="1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Ghi</a:t>
            </a:r>
            <a:r>
              <a:rPr lang="en-US" sz="3937" dirty="0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chép</a:t>
            </a:r>
            <a:r>
              <a:rPr lang="en-US" sz="3937" dirty="0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các</a:t>
            </a:r>
            <a:r>
              <a:rPr lang="en-US" sz="3937" dirty="0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bữa</a:t>
            </a:r>
            <a:r>
              <a:rPr lang="en-US" sz="3937" dirty="0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ăn</a:t>
            </a:r>
            <a:r>
              <a:rPr lang="en-US" sz="3937" dirty="0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và</a:t>
            </a:r>
            <a:r>
              <a:rPr lang="en-US" sz="3937" dirty="0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lượng</a:t>
            </a:r>
            <a:r>
              <a:rPr lang="en-US" sz="3937" dirty="0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nước</a:t>
            </a:r>
            <a:r>
              <a:rPr lang="en-US" sz="3937" dirty="0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uống</a:t>
            </a:r>
            <a:r>
              <a:rPr lang="en-US" sz="3937" dirty="0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2626" y="3598213"/>
            <a:ext cx="9352284" cy="108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9716" lvl="1" indent="-424858" algn="l">
              <a:lnSpc>
                <a:spcPts val="4214"/>
              </a:lnSpc>
              <a:buFont typeface="Arial"/>
              <a:buChar char="•"/>
            </a:pPr>
            <a:r>
              <a:rPr lang="en-US" sz="3937" dirty="0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Thông tin calo </a:t>
            </a:r>
            <a:r>
              <a:rPr lang="en-US" sz="3937" dirty="0" err="1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chỉ</a:t>
            </a:r>
            <a:r>
              <a:rPr lang="en-US" sz="3937" dirty="0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mang</a:t>
            </a:r>
            <a:r>
              <a:rPr lang="en-US" sz="3937" dirty="0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tính</a:t>
            </a:r>
            <a:r>
              <a:rPr lang="en-US" sz="3937" dirty="0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tham</a:t>
            </a:r>
            <a:r>
              <a:rPr lang="en-US" sz="3937" dirty="0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khảo</a:t>
            </a:r>
            <a:r>
              <a:rPr lang="en-US" sz="3937" dirty="0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2626" y="4600605"/>
            <a:ext cx="10291642" cy="108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9716" lvl="1" indent="-424858" algn="l">
              <a:lnSpc>
                <a:spcPts val="4214"/>
              </a:lnSpc>
              <a:buFont typeface="Arial"/>
              <a:buChar char="•"/>
            </a:pPr>
            <a:r>
              <a:rPr lang="en-US" sz="3937" dirty="0" err="1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Người</a:t>
            </a:r>
            <a:r>
              <a:rPr lang="en-US" sz="3937" dirty="0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dưới</a:t>
            </a:r>
            <a:r>
              <a:rPr lang="en-US" sz="3937" dirty="0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 18 </a:t>
            </a:r>
            <a:r>
              <a:rPr lang="en-US" sz="3937" dirty="0" err="1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tuổi</a:t>
            </a:r>
            <a:r>
              <a:rPr lang="en-US" sz="3937" dirty="0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không</a:t>
            </a:r>
            <a:r>
              <a:rPr lang="en-US" sz="3937" dirty="0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đặt</a:t>
            </a:r>
            <a:r>
              <a:rPr lang="en-US" sz="3937" dirty="0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mục</a:t>
            </a:r>
            <a:r>
              <a:rPr lang="en-US" sz="3937" dirty="0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tiêu</a:t>
            </a:r>
            <a:r>
              <a:rPr lang="en-US" sz="3937" dirty="0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 calo </a:t>
            </a:r>
            <a:r>
              <a:rPr lang="en-US" sz="3937" dirty="0" err="1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vì</a:t>
            </a:r>
            <a:r>
              <a:rPr lang="en-US" sz="3937" dirty="0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cơ</a:t>
            </a:r>
            <a:r>
              <a:rPr lang="en-US" sz="3937" dirty="0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thể</a:t>
            </a:r>
            <a:r>
              <a:rPr lang="en-US" sz="3937" dirty="0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đang</a:t>
            </a:r>
            <a:r>
              <a:rPr lang="en-US" sz="3937" dirty="0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phát</a:t>
            </a:r>
            <a:r>
              <a:rPr lang="en-US" sz="3937" dirty="0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dirty="0" err="1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triển</a:t>
            </a:r>
            <a:r>
              <a:rPr lang="en-US" sz="3937" dirty="0">
                <a:solidFill>
                  <a:srgbClr val="0F465C"/>
                </a:solidFill>
                <a:latin typeface="Baloo"/>
                <a:ea typeface="Baloo"/>
                <a:cs typeface="Baloo"/>
                <a:sym typeface="Baloo"/>
              </a:rPr>
              <a:t>.</a:t>
            </a:r>
          </a:p>
        </p:txBody>
      </p:sp>
      <p:sp>
        <p:nvSpPr>
          <p:cNvPr id="13" name="Freeform 13"/>
          <p:cNvSpPr/>
          <p:nvPr/>
        </p:nvSpPr>
        <p:spPr>
          <a:xfrm>
            <a:off x="3357904" y="5684633"/>
            <a:ext cx="1640670" cy="2842317"/>
          </a:xfrm>
          <a:custGeom>
            <a:avLst/>
            <a:gdLst/>
            <a:ahLst/>
            <a:cxnLst/>
            <a:rect l="l" t="t" r="r" b="b"/>
            <a:pathLst>
              <a:path w="1640670" h="2842317">
                <a:moveTo>
                  <a:pt x="0" y="0"/>
                </a:moveTo>
                <a:lnTo>
                  <a:pt x="1640670" y="0"/>
                </a:lnTo>
                <a:lnTo>
                  <a:pt x="1640670" y="2842317"/>
                </a:lnTo>
                <a:lnTo>
                  <a:pt x="0" y="28423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000" t="-4230" r="-666" b="-192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4911072" y="5148966"/>
            <a:ext cx="787522" cy="852695"/>
          </a:xfrm>
          <a:custGeom>
            <a:avLst/>
            <a:gdLst/>
            <a:ahLst/>
            <a:cxnLst/>
            <a:rect l="l" t="t" r="r" b="b"/>
            <a:pathLst>
              <a:path w="787522" h="852695">
                <a:moveTo>
                  <a:pt x="0" y="0"/>
                </a:moveTo>
                <a:lnTo>
                  <a:pt x="787521" y="0"/>
                </a:lnTo>
                <a:lnTo>
                  <a:pt x="787521" y="852695"/>
                </a:lnTo>
                <a:lnTo>
                  <a:pt x="0" y="85269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6666" t="-1282" r="-236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328134" y="6471736"/>
            <a:ext cx="3062584" cy="2109874"/>
          </a:xfrm>
          <a:custGeom>
            <a:avLst/>
            <a:gdLst/>
            <a:ahLst/>
            <a:cxnLst/>
            <a:rect l="l" t="t" r="r" b="b"/>
            <a:pathLst>
              <a:path w="3062584" h="2109874">
                <a:moveTo>
                  <a:pt x="0" y="0"/>
                </a:moveTo>
                <a:lnTo>
                  <a:pt x="3062584" y="0"/>
                </a:lnTo>
                <a:lnTo>
                  <a:pt x="3062584" y="2109874"/>
                </a:lnTo>
                <a:lnTo>
                  <a:pt x="0" y="210987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928" t="-2072" r="-321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4604813" y="6974608"/>
            <a:ext cx="5228268" cy="2864181"/>
          </a:xfrm>
          <a:custGeom>
            <a:avLst/>
            <a:gdLst/>
            <a:ahLst/>
            <a:cxnLst/>
            <a:rect l="l" t="t" r="r" b="b"/>
            <a:pathLst>
              <a:path w="5228268" h="2864181">
                <a:moveTo>
                  <a:pt x="0" y="0"/>
                </a:moveTo>
                <a:lnTo>
                  <a:pt x="5228268" y="0"/>
                </a:lnTo>
                <a:lnTo>
                  <a:pt x="5228268" y="2864181"/>
                </a:lnTo>
                <a:lnTo>
                  <a:pt x="0" y="286418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627" t="-4198" r="-3556" b="-76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929713" y="7827303"/>
            <a:ext cx="1892239" cy="1989622"/>
          </a:xfrm>
          <a:custGeom>
            <a:avLst/>
            <a:gdLst/>
            <a:ahLst/>
            <a:cxnLst/>
            <a:rect l="l" t="t" r="r" b="b"/>
            <a:pathLst>
              <a:path w="1892239" h="1989622">
                <a:moveTo>
                  <a:pt x="0" y="0"/>
                </a:moveTo>
                <a:lnTo>
                  <a:pt x="1892239" y="0"/>
                </a:lnTo>
                <a:lnTo>
                  <a:pt x="1892239" y="1989622"/>
                </a:lnTo>
                <a:lnTo>
                  <a:pt x="0" y="198962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3468" t="-6043" r="-578" b="-1318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2679761" y="7838235"/>
            <a:ext cx="2734450" cy="2120806"/>
          </a:xfrm>
          <a:custGeom>
            <a:avLst/>
            <a:gdLst/>
            <a:ahLst/>
            <a:cxnLst/>
            <a:rect l="l" t="t" r="r" b="b"/>
            <a:pathLst>
              <a:path w="2734450" h="2120806">
                <a:moveTo>
                  <a:pt x="0" y="0"/>
                </a:moveTo>
                <a:lnTo>
                  <a:pt x="2734450" y="0"/>
                </a:lnTo>
                <a:lnTo>
                  <a:pt x="2734450" y="2120805"/>
                </a:lnTo>
                <a:lnTo>
                  <a:pt x="0" y="212080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800" t="-6185" r="-1200" b="-567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9854957" y="1300906"/>
            <a:ext cx="7470517" cy="8986094"/>
          </a:xfrm>
          <a:custGeom>
            <a:avLst/>
            <a:gdLst/>
            <a:ahLst/>
            <a:cxnLst/>
            <a:rect l="l" t="t" r="r" b="b"/>
            <a:pathLst>
              <a:path w="7470517" h="8986094">
                <a:moveTo>
                  <a:pt x="0" y="0"/>
                </a:moveTo>
                <a:lnTo>
                  <a:pt x="7470517" y="0"/>
                </a:lnTo>
                <a:lnTo>
                  <a:pt x="7470517" y="8986094"/>
                </a:lnTo>
                <a:lnTo>
                  <a:pt x="0" y="898609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878" t="-243" r="-131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 build="p"/>
      <p:bldP spid="11" grpId="0" build="p"/>
      <p:bldP spid="1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465856" y="2951637"/>
            <a:ext cx="4965761" cy="3869923"/>
          </a:xfrm>
          <a:custGeom>
            <a:avLst/>
            <a:gdLst/>
            <a:ahLst/>
            <a:cxnLst/>
            <a:rect l="l" t="t" r="r" b="b"/>
            <a:pathLst>
              <a:path w="4965761" h="3869923">
                <a:moveTo>
                  <a:pt x="0" y="0"/>
                </a:moveTo>
                <a:lnTo>
                  <a:pt x="4965761" y="0"/>
                </a:lnTo>
                <a:lnTo>
                  <a:pt x="4965761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4" t="-4519" r="-5726" b="-112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403464" y="0"/>
            <a:ext cx="5884536" cy="8144330"/>
          </a:xfrm>
          <a:custGeom>
            <a:avLst/>
            <a:gdLst/>
            <a:ahLst/>
            <a:cxnLst/>
            <a:rect l="l" t="t" r="r" b="b"/>
            <a:pathLst>
              <a:path w="5884536" h="8144330">
                <a:moveTo>
                  <a:pt x="0" y="0"/>
                </a:moveTo>
                <a:lnTo>
                  <a:pt x="5884536" y="0"/>
                </a:lnTo>
                <a:lnTo>
                  <a:pt x="5884536" y="8144330"/>
                </a:lnTo>
                <a:lnTo>
                  <a:pt x="0" y="81443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6635716"/>
            <a:ext cx="18288000" cy="3651284"/>
          </a:xfrm>
          <a:custGeom>
            <a:avLst/>
            <a:gdLst/>
            <a:ahLst/>
            <a:cxnLst/>
            <a:rect l="l" t="t" r="r" b="b"/>
            <a:pathLst>
              <a:path w="18288000" h="3651284">
                <a:moveTo>
                  <a:pt x="0" y="0"/>
                </a:moveTo>
                <a:lnTo>
                  <a:pt x="18288000" y="0"/>
                </a:lnTo>
                <a:lnTo>
                  <a:pt x="18288000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383206" y="535667"/>
            <a:ext cx="3434469" cy="4405591"/>
          </a:xfrm>
          <a:custGeom>
            <a:avLst/>
            <a:gdLst/>
            <a:ahLst/>
            <a:cxnLst/>
            <a:rect l="l" t="t" r="r" b="b"/>
            <a:pathLst>
              <a:path w="3434469" h="4405591">
                <a:moveTo>
                  <a:pt x="0" y="0"/>
                </a:moveTo>
                <a:lnTo>
                  <a:pt x="3434469" y="0"/>
                </a:lnTo>
                <a:lnTo>
                  <a:pt x="3434469" y="4405591"/>
                </a:lnTo>
                <a:lnTo>
                  <a:pt x="0" y="44055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36" t="-2481" r="-1273" b="-471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6887962" y="2907909"/>
            <a:ext cx="1400038" cy="4493047"/>
          </a:xfrm>
          <a:custGeom>
            <a:avLst/>
            <a:gdLst/>
            <a:ahLst/>
            <a:cxnLst/>
            <a:rect l="l" t="t" r="r" b="b"/>
            <a:pathLst>
              <a:path w="1400038" h="4493047">
                <a:moveTo>
                  <a:pt x="0" y="0"/>
                </a:moveTo>
                <a:lnTo>
                  <a:pt x="1400038" y="0"/>
                </a:lnTo>
                <a:lnTo>
                  <a:pt x="1400038" y="4493046"/>
                </a:lnTo>
                <a:lnTo>
                  <a:pt x="0" y="44930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375" t="-2919" b="-243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8770452" y="4545593"/>
            <a:ext cx="2910568" cy="2788496"/>
            <a:chOff x="0" y="0"/>
            <a:chExt cx="3379493" cy="3239475"/>
          </a:xfrm>
        </p:grpSpPr>
        <p:sp>
          <p:nvSpPr>
            <p:cNvPr id="9" name="Freeform 9"/>
            <p:cNvSpPr/>
            <p:nvPr/>
          </p:nvSpPr>
          <p:spPr>
            <a:xfrm>
              <a:off x="-17" y="-7260"/>
              <a:ext cx="3379504" cy="3254036"/>
            </a:xfrm>
            <a:custGeom>
              <a:avLst/>
              <a:gdLst/>
              <a:ahLst/>
              <a:cxnLst/>
              <a:rect l="l" t="t" r="r" b="b"/>
              <a:pathLst>
                <a:path w="3379504" h="3254036">
                  <a:moveTo>
                    <a:pt x="17" y="1627018"/>
                  </a:moveTo>
                  <a:cubicBezTo>
                    <a:pt x="-2691" y="1046609"/>
                    <a:pt x="318777" y="509174"/>
                    <a:pt x="842696" y="218217"/>
                  </a:cubicBezTo>
                  <a:cubicBezTo>
                    <a:pt x="1366614" y="-72739"/>
                    <a:pt x="2012890" y="-72739"/>
                    <a:pt x="2536808" y="218217"/>
                  </a:cubicBezTo>
                  <a:cubicBezTo>
                    <a:pt x="3060727" y="509174"/>
                    <a:pt x="3382195" y="1046609"/>
                    <a:pt x="3379487" y="1627018"/>
                  </a:cubicBezTo>
                  <a:cubicBezTo>
                    <a:pt x="3382195" y="2207427"/>
                    <a:pt x="3060727" y="2744862"/>
                    <a:pt x="2536808" y="3035819"/>
                  </a:cubicBezTo>
                  <a:cubicBezTo>
                    <a:pt x="2012890" y="3326775"/>
                    <a:pt x="1366614" y="3326775"/>
                    <a:pt x="842696" y="3035819"/>
                  </a:cubicBezTo>
                  <a:cubicBezTo>
                    <a:pt x="318777" y="2744862"/>
                    <a:pt x="-2691" y="2207427"/>
                    <a:pt x="17" y="1627018"/>
                  </a:cubicBezTo>
                  <a:close/>
                </a:path>
              </a:pathLst>
            </a:custGeom>
            <a:blipFill>
              <a:blip r:embed="rId8"/>
              <a:stretch>
                <a:fillRect l="-2197" t="-9068" r="-2649" b="174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463422" y="5786095"/>
            <a:ext cx="1548572" cy="696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76"/>
              </a:lnSpc>
            </a:pPr>
            <a:r>
              <a:rPr lang="en-US" sz="4646" b="1" spc="-93">
                <a:solidFill>
                  <a:srgbClr val="FAF7F0"/>
                </a:solidFill>
                <a:latin typeface="Cabin Bold"/>
                <a:ea typeface="Cabin Bold"/>
                <a:cs typeface="Cabin Bold"/>
                <a:sym typeface="Cabin Bold"/>
              </a:rPr>
              <a:t>25:00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587789" y="1836574"/>
            <a:ext cx="2603196" cy="2765793"/>
          </a:xfrm>
          <a:custGeom>
            <a:avLst/>
            <a:gdLst/>
            <a:ahLst/>
            <a:cxnLst/>
            <a:rect l="l" t="t" r="r" b="b"/>
            <a:pathLst>
              <a:path w="2603196" h="2765793">
                <a:moveTo>
                  <a:pt x="0" y="0"/>
                </a:moveTo>
                <a:lnTo>
                  <a:pt x="2603197" y="0"/>
                </a:lnTo>
                <a:lnTo>
                  <a:pt x="2603197" y="2765793"/>
                </a:lnTo>
                <a:lnTo>
                  <a:pt x="0" y="276579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5462" t="-4743" r="-3781" b="-43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883110" y="2536221"/>
            <a:ext cx="6026727" cy="6045389"/>
          </a:xfrm>
          <a:custGeom>
            <a:avLst/>
            <a:gdLst/>
            <a:ahLst/>
            <a:cxnLst/>
            <a:rect l="l" t="t" r="r" b="b"/>
            <a:pathLst>
              <a:path w="6026727" h="6045389">
                <a:moveTo>
                  <a:pt x="0" y="0"/>
                </a:moveTo>
                <a:lnTo>
                  <a:pt x="6026727" y="0"/>
                </a:lnTo>
                <a:lnTo>
                  <a:pt x="6026727" y="6045389"/>
                </a:lnTo>
                <a:lnTo>
                  <a:pt x="0" y="60453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629" t="-3074" r="-127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3904794" y="6646648"/>
            <a:ext cx="3718852" cy="2251989"/>
          </a:xfrm>
          <a:custGeom>
            <a:avLst/>
            <a:gdLst/>
            <a:ahLst/>
            <a:cxnLst/>
            <a:rect l="l" t="t" r="r" b="b"/>
            <a:pathLst>
              <a:path w="3718852" h="2251989">
                <a:moveTo>
                  <a:pt x="0" y="0"/>
                </a:moveTo>
                <a:lnTo>
                  <a:pt x="3718852" y="0"/>
                </a:lnTo>
                <a:lnTo>
                  <a:pt x="3718852" y="2251990"/>
                </a:lnTo>
                <a:lnTo>
                  <a:pt x="0" y="225199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5588" t="-485" b="-485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7601770" y="6100049"/>
            <a:ext cx="1181282" cy="2088010"/>
          </a:xfrm>
          <a:custGeom>
            <a:avLst/>
            <a:gdLst/>
            <a:ahLst/>
            <a:cxnLst/>
            <a:rect l="l" t="t" r="r" b="b"/>
            <a:pathLst>
              <a:path w="1181282" h="2088010">
                <a:moveTo>
                  <a:pt x="0" y="0"/>
                </a:moveTo>
                <a:lnTo>
                  <a:pt x="1181283" y="0"/>
                </a:lnTo>
                <a:lnTo>
                  <a:pt x="1181283" y="2088009"/>
                </a:lnTo>
                <a:lnTo>
                  <a:pt x="0" y="208800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7592" t="-5235" r="-12962" b="-837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5764220" y="7903827"/>
            <a:ext cx="2275062" cy="2120806"/>
          </a:xfrm>
          <a:custGeom>
            <a:avLst/>
            <a:gdLst/>
            <a:ahLst/>
            <a:cxnLst/>
            <a:rect l="l" t="t" r="r" b="b"/>
            <a:pathLst>
              <a:path w="2275062" h="2120806">
                <a:moveTo>
                  <a:pt x="0" y="0"/>
                </a:moveTo>
                <a:lnTo>
                  <a:pt x="2275062" y="0"/>
                </a:lnTo>
                <a:lnTo>
                  <a:pt x="2275062" y="2120805"/>
                </a:lnTo>
                <a:lnTo>
                  <a:pt x="0" y="21208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4807" t="-9278" r="-961" b="-25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8454919" y="7980351"/>
            <a:ext cx="6322048" cy="2098942"/>
          </a:xfrm>
          <a:custGeom>
            <a:avLst/>
            <a:gdLst/>
            <a:ahLst/>
            <a:cxnLst/>
            <a:rect l="l" t="t" r="r" b="b"/>
            <a:pathLst>
              <a:path w="6322048" h="2098942">
                <a:moveTo>
                  <a:pt x="0" y="0"/>
                </a:moveTo>
                <a:lnTo>
                  <a:pt x="6322048" y="0"/>
                </a:lnTo>
                <a:lnTo>
                  <a:pt x="6322048" y="2098941"/>
                </a:lnTo>
                <a:lnTo>
                  <a:pt x="0" y="209894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941" t="-2604" r="-51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4470708" y="7226044"/>
            <a:ext cx="3817292" cy="3060956"/>
          </a:xfrm>
          <a:custGeom>
            <a:avLst/>
            <a:gdLst/>
            <a:ahLst/>
            <a:cxnLst/>
            <a:rect l="l" t="t" r="r" b="b"/>
            <a:pathLst>
              <a:path w="3817292" h="3060956">
                <a:moveTo>
                  <a:pt x="0" y="0"/>
                </a:moveTo>
                <a:lnTo>
                  <a:pt x="3817292" y="0"/>
                </a:lnTo>
                <a:lnTo>
                  <a:pt x="3817292" y="3060956"/>
                </a:lnTo>
                <a:lnTo>
                  <a:pt x="0" y="306095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2865" t="-53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0" y="6515464"/>
            <a:ext cx="3215713" cy="3771536"/>
          </a:xfrm>
          <a:custGeom>
            <a:avLst/>
            <a:gdLst/>
            <a:ahLst/>
            <a:cxnLst/>
            <a:rect l="l" t="t" r="r" b="b"/>
            <a:pathLst>
              <a:path w="3215713" h="3771536">
                <a:moveTo>
                  <a:pt x="0" y="0"/>
                </a:moveTo>
                <a:lnTo>
                  <a:pt x="3215713" y="0"/>
                </a:lnTo>
                <a:lnTo>
                  <a:pt x="3215713" y="3771536"/>
                </a:lnTo>
                <a:lnTo>
                  <a:pt x="0" y="377153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2318" r="-17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735929" y="635025"/>
            <a:ext cx="11153458" cy="1393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24"/>
              </a:lnSpc>
            </a:pPr>
            <a:r>
              <a:rPr lang="en-US" sz="10019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Quản </a:t>
            </a:r>
            <a:r>
              <a:rPr lang="en-US" sz="10019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lý</a:t>
            </a:r>
            <a:r>
              <a:rPr lang="en-US" sz="10019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10019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thời</a:t>
            </a:r>
            <a:r>
              <a:rPr lang="en-US" sz="10019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10019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gian</a:t>
            </a:r>
            <a:endParaRPr lang="en-US" sz="10019" dirty="0">
              <a:solidFill>
                <a:srgbClr val="054156"/>
              </a:solidFill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06411" y="2740987"/>
            <a:ext cx="441753" cy="619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5"/>
              </a:lnSpc>
            </a:pPr>
            <a:r>
              <a:rPr lang="en-US" sz="4095" spc="-8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1.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01715" y="2700669"/>
            <a:ext cx="7281338" cy="619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5"/>
              </a:lnSpc>
            </a:pPr>
            <a:r>
              <a:rPr lang="en-US" sz="4095" spc="-81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Ghi</a:t>
            </a:r>
            <a:r>
              <a:rPr lang="en-US" sz="4095" spc="-81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4095" spc="-81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và</a:t>
            </a:r>
            <a:r>
              <a:rPr lang="en-US" sz="4095" spc="-81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4095" spc="-81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theo</a:t>
            </a:r>
            <a:r>
              <a:rPr lang="en-US" sz="4095" spc="-81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4095" spc="-81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dõi</a:t>
            </a:r>
            <a:r>
              <a:rPr lang="en-US" sz="4095" spc="-81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4095" spc="-81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các</a:t>
            </a:r>
            <a:r>
              <a:rPr lang="en-US" sz="4095" spc="-81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4095" spc="-81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việc</a:t>
            </a:r>
            <a:r>
              <a:rPr lang="en-US" sz="4095" spc="-81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4095" spc="-81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cần</a:t>
            </a:r>
            <a:r>
              <a:rPr lang="en-US" sz="4095" spc="-81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4095" spc="-81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làm</a:t>
            </a:r>
            <a:r>
              <a:rPr lang="en-US" sz="4095" spc="-81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06411" y="4072217"/>
            <a:ext cx="441753" cy="619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5"/>
              </a:lnSpc>
            </a:pPr>
            <a:r>
              <a:rPr lang="en-US" sz="4095" spc="-8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2.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01715" y="4072165"/>
            <a:ext cx="7961708" cy="1238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5"/>
              </a:lnSpc>
            </a:pPr>
            <a:r>
              <a:rPr lang="en-US" sz="4095" spc="-81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Sử</a:t>
            </a:r>
            <a:r>
              <a:rPr lang="en-US" sz="4095" spc="-81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4095" spc="-81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dụng</a:t>
            </a:r>
            <a:r>
              <a:rPr lang="en-US" sz="4095" spc="-81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Pomodoro </a:t>
            </a:r>
            <a:r>
              <a:rPr lang="en-US" sz="4095" spc="-81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để</a:t>
            </a:r>
            <a:r>
              <a:rPr lang="en-US" sz="4095" spc="-81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4095" spc="-81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tập</a:t>
            </a:r>
            <a:r>
              <a:rPr lang="en-US" sz="4095" spc="-81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4095" spc="-81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trung</a:t>
            </a:r>
            <a:r>
              <a:rPr lang="en-US" sz="4095" spc="-81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4095" spc="-81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theo</a:t>
            </a:r>
            <a:r>
              <a:rPr lang="en-US" sz="4095" spc="-81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4095" spc="-81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phiên</a:t>
            </a:r>
            <a:r>
              <a:rPr lang="en-US" sz="4095" spc="-81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06411" y="5441223"/>
            <a:ext cx="441753" cy="619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5"/>
              </a:lnSpc>
            </a:pPr>
            <a:r>
              <a:rPr lang="en-US" sz="4095" spc="-8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3.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01715" y="5441223"/>
            <a:ext cx="10114228" cy="1238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5"/>
              </a:lnSpc>
            </a:pPr>
            <a:r>
              <a:rPr lang="en-US" sz="4095" spc="-81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Xem </a:t>
            </a:r>
            <a:r>
              <a:rPr lang="en-US" sz="4095" spc="-81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tiến</a:t>
            </a:r>
            <a:r>
              <a:rPr lang="en-US" sz="4095" spc="-81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4095" spc="-81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độ</a:t>
            </a:r>
            <a:r>
              <a:rPr lang="en-US" sz="4095" spc="-81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4095" spc="-81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và</a:t>
            </a:r>
            <a:r>
              <a:rPr lang="en-US" sz="4095" spc="-81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4095" spc="-81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các</a:t>
            </a:r>
            <a:r>
              <a:rPr lang="en-US" sz="4095" spc="-81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4095" spc="-81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nhắc</a:t>
            </a:r>
            <a:r>
              <a:rPr lang="en-US" sz="4095" spc="-81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4095" spc="-81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nhở</a:t>
            </a:r>
            <a:endParaRPr lang="en-US" sz="4095" spc="-81" dirty="0">
              <a:solidFill>
                <a:srgbClr val="054156"/>
              </a:solidFill>
              <a:latin typeface="Baloo"/>
              <a:ea typeface="Baloo"/>
              <a:cs typeface="Baloo"/>
              <a:sym typeface="Baloo"/>
            </a:endParaRPr>
          </a:p>
          <a:p>
            <a:pPr algn="l">
              <a:lnSpc>
                <a:spcPts val="4915"/>
              </a:lnSpc>
            </a:pPr>
            <a:r>
              <a:rPr lang="en-US" sz="4095" spc="-81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phù</a:t>
            </a:r>
            <a:r>
              <a:rPr lang="en-US" sz="4095" spc="-81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4095" spc="-81" dirty="0" err="1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hợp</a:t>
            </a:r>
            <a:r>
              <a:rPr lang="en-US" sz="4095" spc="-81" dirty="0">
                <a:solidFill>
                  <a:srgbClr val="054156"/>
                </a:solidFill>
                <a:latin typeface="Baloo"/>
                <a:ea typeface="Baloo"/>
                <a:cs typeface="Baloo"/>
                <a:sym typeface="Baloo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/>
      <p:bldP spid="21" grpId="0" build="p"/>
      <p:bldP spid="23" grpId="0" build="p"/>
      <p:bldP spid="2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478411" y="3017228"/>
            <a:ext cx="3029770" cy="3618488"/>
          </a:xfrm>
          <a:custGeom>
            <a:avLst/>
            <a:gdLst/>
            <a:ahLst/>
            <a:cxnLst/>
            <a:rect l="l" t="t" r="r" b="b"/>
            <a:pathLst>
              <a:path w="3029770" h="3618488">
                <a:moveTo>
                  <a:pt x="0" y="0"/>
                </a:moveTo>
                <a:lnTo>
                  <a:pt x="3029771" y="0"/>
                </a:lnTo>
                <a:lnTo>
                  <a:pt x="3029771" y="3618488"/>
                </a:lnTo>
                <a:lnTo>
                  <a:pt x="0" y="3618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83" t="-604" b="-3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5564382"/>
            <a:ext cx="1148469" cy="3137480"/>
          </a:xfrm>
          <a:custGeom>
            <a:avLst/>
            <a:gdLst/>
            <a:ahLst/>
            <a:cxnLst/>
            <a:rect l="l" t="t" r="r" b="b"/>
            <a:pathLst>
              <a:path w="1148469" h="3137480">
                <a:moveTo>
                  <a:pt x="0" y="0"/>
                </a:moveTo>
                <a:lnTo>
                  <a:pt x="1148469" y="0"/>
                </a:lnTo>
                <a:lnTo>
                  <a:pt x="1148469" y="3137480"/>
                </a:lnTo>
                <a:lnTo>
                  <a:pt x="0" y="31374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620" r="-14285" b="-2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5895474" y="6570124"/>
            <a:ext cx="1421914" cy="2503425"/>
          </a:xfrm>
          <a:custGeom>
            <a:avLst/>
            <a:gdLst/>
            <a:ahLst/>
            <a:cxnLst/>
            <a:rect l="l" t="t" r="r" b="b"/>
            <a:pathLst>
              <a:path w="1421914" h="2503425">
                <a:moveTo>
                  <a:pt x="0" y="0"/>
                </a:moveTo>
                <a:lnTo>
                  <a:pt x="1421914" y="0"/>
                </a:lnTo>
                <a:lnTo>
                  <a:pt x="1421914" y="2503425"/>
                </a:lnTo>
                <a:lnTo>
                  <a:pt x="0" y="25034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38" t="-5676" r="-6153" b="-567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1123742" y="7357227"/>
            <a:ext cx="1071904" cy="1410226"/>
          </a:xfrm>
          <a:custGeom>
            <a:avLst/>
            <a:gdLst/>
            <a:ahLst/>
            <a:cxnLst/>
            <a:rect l="l" t="t" r="r" b="b"/>
            <a:pathLst>
              <a:path w="1071904" h="1410226">
                <a:moveTo>
                  <a:pt x="0" y="0"/>
                </a:moveTo>
                <a:lnTo>
                  <a:pt x="1071904" y="0"/>
                </a:lnTo>
                <a:lnTo>
                  <a:pt x="1071904" y="1410227"/>
                </a:lnTo>
                <a:lnTo>
                  <a:pt x="0" y="14102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2857" t="-5426" b="-1705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4624231"/>
            <a:ext cx="7186134" cy="5662769"/>
          </a:xfrm>
          <a:custGeom>
            <a:avLst/>
            <a:gdLst/>
            <a:ahLst/>
            <a:cxnLst/>
            <a:rect l="l" t="t" r="r" b="b"/>
            <a:pathLst>
              <a:path w="7186134" h="5662769">
                <a:moveTo>
                  <a:pt x="0" y="0"/>
                </a:moveTo>
                <a:lnTo>
                  <a:pt x="7186134" y="0"/>
                </a:lnTo>
                <a:lnTo>
                  <a:pt x="7186134" y="5662769"/>
                </a:lnTo>
                <a:lnTo>
                  <a:pt x="0" y="56627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31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5630115" y="2164533"/>
            <a:ext cx="2657885" cy="6624784"/>
          </a:xfrm>
          <a:custGeom>
            <a:avLst/>
            <a:gdLst/>
            <a:ahLst/>
            <a:cxnLst/>
            <a:rect l="l" t="t" r="r" b="b"/>
            <a:pathLst>
              <a:path w="2657885" h="6624784">
                <a:moveTo>
                  <a:pt x="0" y="0"/>
                </a:moveTo>
                <a:lnTo>
                  <a:pt x="2657885" y="0"/>
                </a:lnTo>
                <a:lnTo>
                  <a:pt x="2657885" y="6624785"/>
                </a:lnTo>
                <a:lnTo>
                  <a:pt x="0" y="6624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584" t="-33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965952" y="4635163"/>
            <a:ext cx="5665780" cy="5302014"/>
          </a:xfrm>
          <a:custGeom>
            <a:avLst/>
            <a:gdLst/>
            <a:ahLst/>
            <a:cxnLst/>
            <a:rect l="l" t="t" r="r" b="b"/>
            <a:pathLst>
              <a:path w="5665780" h="5302014">
                <a:moveTo>
                  <a:pt x="0" y="0"/>
                </a:moveTo>
                <a:lnTo>
                  <a:pt x="5665780" y="0"/>
                </a:lnTo>
                <a:lnTo>
                  <a:pt x="5665780" y="5302013"/>
                </a:lnTo>
                <a:lnTo>
                  <a:pt x="0" y="53020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861" t="-2680" r="-193" b="-26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7186134" y="4514911"/>
            <a:ext cx="4134488" cy="5487858"/>
          </a:xfrm>
          <a:custGeom>
            <a:avLst/>
            <a:gdLst/>
            <a:ahLst/>
            <a:cxnLst/>
            <a:rect l="l" t="t" r="r" b="b"/>
            <a:pathLst>
              <a:path w="4134488" h="5487858">
                <a:moveTo>
                  <a:pt x="0" y="0"/>
                </a:moveTo>
                <a:lnTo>
                  <a:pt x="4134488" y="0"/>
                </a:lnTo>
                <a:lnTo>
                  <a:pt x="4134488" y="5487857"/>
                </a:lnTo>
                <a:lnTo>
                  <a:pt x="0" y="548785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64" t="-398" r="-264" b="-139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049259" y="707901"/>
            <a:ext cx="12945936" cy="1084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13"/>
              </a:lnSpc>
            </a:pPr>
            <a:r>
              <a:rPr lang="en-US" sz="8213" spc="-164" dirty="0" err="1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Lịch</a:t>
            </a:r>
            <a:r>
              <a:rPr lang="en-US" sz="8213" spc="-164" dirty="0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8213" spc="-164" dirty="0" err="1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sinh</a:t>
            </a:r>
            <a:r>
              <a:rPr lang="en-US" sz="8213" spc="-164" dirty="0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8213" spc="-164" dirty="0" err="1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hoạt</a:t>
            </a:r>
            <a:r>
              <a:rPr lang="en-US" sz="8213" spc="-164" dirty="0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8213" spc="-164" dirty="0" err="1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hằng</a:t>
            </a:r>
            <a:r>
              <a:rPr lang="en-US" sz="8213" spc="-164" dirty="0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8213" spc="-164" dirty="0" err="1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ngày</a:t>
            </a:r>
            <a:endParaRPr lang="en-US" sz="8213" spc="-164" dirty="0">
              <a:solidFill>
                <a:srgbClr val="054159"/>
              </a:solidFill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36198" y="2159358"/>
            <a:ext cx="10823495" cy="55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9716" lvl="1" indent="-424858" algn="l">
              <a:lnSpc>
                <a:spcPts val="4214"/>
              </a:lnSpc>
              <a:buFont typeface="Arial"/>
              <a:buChar char="•"/>
            </a:pPr>
            <a:r>
              <a:rPr lang="en-US" sz="3937" spc="38" dirty="0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Theo </a:t>
            </a:r>
            <a:r>
              <a:rPr lang="en-US" sz="3937" spc="38" dirty="0" err="1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dõi</a:t>
            </a:r>
            <a:r>
              <a:rPr lang="en-US" sz="3937" spc="38" dirty="0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38" dirty="0" err="1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giấc</a:t>
            </a:r>
            <a:r>
              <a:rPr lang="en-US" sz="3937" spc="38" dirty="0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38" dirty="0" err="1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ngủ</a:t>
            </a:r>
            <a:r>
              <a:rPr lang="en-US" sz="3937" spc="38" dirty="0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38" dirty="0" err="1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và</a:t>
            </a:r>
            <a:r>
              <a:rPr lang="en-US" sz="3937" spc="38" dirty="0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38" dirty="0" err="1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vận</a:t>
            </a:r>
            <a:r>
              <a:rPr lang="en-US" sz="3937" spc="38" dirty="0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38" dirty="0" err="1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động</a:t>
            </a:r>
            <a:r>
              <a:rPr lang="en-US" sz="3937" spc="38" dirty="0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6198" y="3071936"/>
            <a:ext cx="11427279" cy="55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9716" lvl="1" indent="-424858" algn="l">
              <a:lnSpc>
                <a:spcPts val="4214"/>
              </a:lnSpc>
              <a:buFont typeface="Arial"/>
              <a:buChar char="•"/>
            </a:pPr>
            <a:r>
              <a:rPr lang="en-US" sz="3937" spc="38" dirty="0" err="1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Ghi</a:t>
            </a:r>
            <a:r>
              <a:rPr lang="en-US" sz="3937" spc="38" dirty="0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38" dirty="0" err="1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nhận</a:t>
            </a:r>
            <a:r>
              <a:rPr lang="en-US" sz="3937" spc="38" dirty="0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38" dirty="0" err="1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các</a:t>
            </a:r>
            <a:r>
              <a:rPr lang="en-US" sz="3937" spc="38" dirty="0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38" dirty="0" err="1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thói</a:t>
            </a:r>
            <a:r>
              <a:rPr lang="en-US" sz="3937" spc="38" dirty="0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38" dirty="0" err="1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quen</a:t>
            </a:r>
            <a:r>
              <a:rPr lang="en-US" sz="3937" spc="38" dirty="0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38" dirty="0" err="1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cá</a:t>
            </a:r>
            <a:r>
              <a:rPr lang="en-US" sz="3937" spc="38" dirty="0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38" dirty="0" err="1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nhân</a:t>
            </a:r>
            <a:r>
              <a:rPr lang="en-US" sz="3937" spc="38" dirty="0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6198" y="3964283"/>
            <a:ext cx="11447553" cy="55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9716" lvl="1" indent="-424858" algn="l">
              <a:lnSpc>
                <a:spcPts val="4214"/>
              </a:lnSpc>
              <a:buFont typeface="Arial"/>
              <a:buChar char="•"/>
            </a:pPr>
            <a:r>
              <a:rPr lang="en-US" sz="3937" spc="38" dirty="0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Xem </a:t>
            </a:r>
            <a:r>
              <a:rPr lang="en-US" sz="3937" spc="38" dirty="0" err="1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tổng</a:t>
            </a:r>
            <a:r>
              <a:rPr lang="en-US" sz="3937" spc="38" dirty="0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38" dirty="0" err="1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kết</a:t>
            </a:r>
            <a:r>
              <a:rPr lang="en-US" sz="3937" spc="38" dirty="0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38" dirty="0" err="1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để</a:t>
            </a:r>
            <a:r>
              <a:rPr lang="en-US" sz="3937" spc="38" dirty="0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38" dirty="0" err="1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nhận</a:t>
            </a:r>
            <a:r>
              <a:rPr lang="en-US" sz="3937" spc="38" dirty="0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38" dirty="0" err="1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biết</a:t>
            </a:r>
            <a:r>
              <a:rPr lang="en-US" sz="3937" spc="38" dirty="0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38" dirty="0" err="1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nếp</a:t>
            </a:r>
            <a:r>
              <a:rPr lang="en-US" sz="3937" spc="38" dirty="0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38" dirty="0" err="1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sinh</a:t>
            </a:r>
            <a:r>
              <a:rPr lang="en-US" sz="3937" spc="38" dirty="0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38" dirty="0" err="1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hoạt</a:t>
            </a:r>
            <a:r>
              <a:rPr lang="en-US" sz="3937" spc="38" dirty="0">
                <a:solidFill>
                  <a:srgbClr val="054159"/>
                </a:solidFill>
                <a:latin typeface="Baloo"/>
                <a:ea typeface="Baloo"/>
                <a:cs typeface="Baloo"/>
                <a:sym typeface="Baloo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2" grpId="0" build="p"/>
      <p:bldP spid="13" grpId="0" build="p"/>
      <p:bldP spid="1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531292" cy="2088010"/>
          </a:xfrm>
          <a:custGeom>
            <a:avLst/>
            <a:gdLst/>
            <a:ahLst/>
            <a:cxnLst/>
            <a:rect l="l" t="t" r="r" b="b"/>
            <a:pathLst>
              <a:path w="1531292" h="2088010">
                <a:moveTo>
                  <a:pt x="0" y="0"/>
                </a:moveTo>
                <a:lnTo>
                  <a:pt x="1531292" y="0"/>
                </a:lnTo>
                <a:lnTo>
                  <a:pt x="1531292" y="2088010"/>
                </a:lnTo>
                <a:lnTo>
                  <a:pt x="0" y="20880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14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5455110" y="0"/>
            <a:ext cx="2832890" cy="2678337"/>
          </a:xfrm>
          <a:custGeom>
            <a:avLst/>
            <a:gdLst/>
            <a:ahLst/>
            <a:cxnLst/>
            <a:rect l="l" t="t" r="r" b="b"/>
            <a:pathLst>
              <a:path w="2832890" h="2678337">
                <a:moveTo>
                  <a:pt x="0" y="0"/>
                </a:moveTo>
                <a:lnTo>
                  <a:pt x="2832890" y="0"/>
                </a:lnTo>
                <a:lnTo>
                  <a:pt x="2832890" y="2678337"/>
                </a:lnTo>
                <a:lnTo>
                  <a:pt x="0" y="26783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166" b="-408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263361" y="745213"/>
            <a:ext cx="10288125" cy="1393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24"/>
              </a:lnSpc>
            </a:pPr>
            <a:r>
              <a:rPr lang="en-US" sz="10019" spc="-200" dirty="0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Các </a:t>
            </a:r>
            <a:r>
              <a:rPr lang="en-US" sz="10019" spc="-200" dirty="0" err="1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tiện</a:t>
            </a:r>
            <a:r>
              <a:rPr lang="en-US" sz="10019" spc="-200" dirty="0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10019" spc="-200" dirty="0" err="1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ích</a:t>
            </a:r>
            <a:r>
              <a:rPr lang="en-US" sz="10019" spc="-200" dirty="0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10019" spc="-200" dirty="0" err="1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chung</a:t>
            </a:r>
            <a:endParaRPr lang="en-US" sz="10019" spc="-200" dirty="0">
              <a:solidFill>
                <a:srgbClr val="0A4356"/>
              </a:solidFill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360947" y="2175465"/>
            <a:ext cx="8706488" cy="7510275"/>
          </a:xfrm>
          <a:custGeom>
            <a:avLst/>
            <a:gdLst/>
            <a:ahLst/>
            <a:cxnLst/>
            <a:rect l="l" t="t" r="r" b="b"/>
            <a:pathLst>
              <a:path w="8706488" h="7510275">
                <a:moveTo>
                  <a:pt x="0" y="0"/>
                </a:moveTo>
                <a:lnTo>
                  <a:pt x="8706488" y="0"/>
                </a:lnTo>
                <a:lnTo>
                  <a:pt x="8706488" y="7510276"/>
                </a:lnTo>
                <a:lnTo>
                  <a:pt x="0" y="75102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58" t="-436" r="-879" b="-23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9395569" y="2175465"/>
            <a:ext cx="8618986" cy="7510275"/>
          </a:xfrm>
          <a:custGeom>
            <a:avLst/>
            <a:gdLst/>
            <a:ahLst/>
            <a:cxnLst/>
            <a:rect l="l" t="t" r="r" b="b"/>
            <a:pathLst>
              <a:path w="8618986" h="7510275">
                <a:moveTo>
                  <a:pt x="0" y="0"/>
                </a:moveTo>
                <a:lnTo>
                  <a:pt x="8618986" y="0"/>
                </a:lnTo>
                <a:lnTo>
                  <a:pt x="8618986" y="7510276"/>
                </a:lnTo>
                <a:lnTo>
                  <a:pt x="0" y="751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07" t="-436" r="-761" b="-23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824292" y="2583664"/>
            <a:ext cx="5974740" cy="660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1"/>
              </a:lnSpc>
            </a:pPr>
            <a:r>
              <a:rPr lang="en-US" sz="5011" spc="-100" dirty="0" err="1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Nhắc</a:t>
            </a:r>
            <a:r>
              <a:rPr lang="en-US" sz="5011" spc="-100" dirty="0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011" spc="-100" dirty="0" err="1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nhở</a:t>
            </a:r>
            <a:r>
              <a:rPr lang="en-US" sz="5011" spc="-100" dirty="0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011" spc="-100" dirty="0" err="1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linh</a:t>
            </a:r>
            <a:r>
              <a:rPr lang="en-US" sz="5011" spc="-100" dirty="0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011" spc="-100" dirty="0" err="1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hoạt</a:t>
            </a:r>
            <a:endParaRPr lang="en-US" sz="5011" spc="-100" dirty="0">
              <a:solidFill>
                <a:srgbClr val="0A4356"/>
              </a:solidFill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20858" y="3390042"/>
            <a:ext cx="6318111" cy="844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240" spc="31" dirty="0" err="1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Tùy</a:t>
            </a:r>
            <a:r>
              <a:rPr lang="en-US" sz="3240" spc="31" dirty="0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240" spc="31" dirty="0" err="1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chỉnh</a:t>
            </a:r>
            <a:r>
              <a:rPr lang="en-US" sz="3240" spc="31" dirty="0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240" spc="31" dirty="0" err="1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nhắc</a:t>
            </a:r>
            <a:r>
              <a:rPr lang="en-US" sz="3240" spc="31" dirty="0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240" spc="31" dirty="0" err="1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nhở</a:t>
            </a:r>
            <a:r>
              <a:rPr lang="en-US" sz="3240" spc="31" dirty="0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240" spc="31" dirty="0" err="1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theo</a:t>
            </a:r>
            <a:r>
              <a:rPr lang="en-US" sz="3240" spc="31" dirty="0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240" spc="31" dirty="0" err="1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nhu</a:t>
            </a:r>
            <a:r>
              <a:rPr lang="en-US" sz="3240" spc="31" dirty="0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240" spc="31" dirty="0" err="1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cầu</a:t>
            </a:r>
            <a:r>
              <a:rPr lang="en-US" sz="3240" spc="31" dirty="0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36961" y="2583120"/>
            <a:ext cx="7499192" cy="660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1"/>
              </a:lnSpc>
            </a:pPr>
            <a:r>
              <a:rPr lang="en-US" sz="5011" spc="-100" dirty="0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Quyền </a:t>
            </a:r>
            <a:r>
              <a:rPr lang="en-US" sz="5011" spc="-100" dirty="0" err="1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kiểm</a:t>
            </a:r>
            <a:r>
              <a:rPr lang="en-US" sz="5011" spc="-100" dirty="0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011" spc="-100" dirty="0" err="1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soát</a:t>
            </a:r>
            <a:r>
              <a:rPr lang="en-US" sz="5011" spc="-100" dirty="0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011" spc="-100" dirty="0" err="1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dữ</a:t>
            </a:r>
            <a:r>
              <a:rPr lang="en-US" sz="5011" spc="-100" dirty="0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011" spc="-100" dirty="0" err="1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liệu</a:t>
            </a:r>
            <a:endParaRPr lang="en-US" sz="5011" spc="-100" dirty="0">
              <a:solidFill>
                <a:srgbClr val="0A4356"/>
              </a:solidFill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856985" y="3399824"/>
            <a:ext cx="5496831" cy="844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240" spc="31" dirty="0" err="1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Xuất</a:t>
            </a:r>
            <a:r>
              <a:rPr lang="en-US" sz="3240" spc="31" dirty="0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240" spc="31" dirty="0" err="1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hoặc</a:t>
            </a:r>
            <a:r>
              <a:rPr lang="en-US" sz="3240" spc="31" dirty="0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240" spc="31" dirty="0" err="1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xóa</a:t>
            </a:r>
            <a:r>
              <a:rPr lang="en-US" sz="3240" spc="31" dirty="0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240" spc="31" dirty="0" err="1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dữ</a:t>
            </a:r>
            <a:r>
              <a:rPr lang="en-US" sz="3240" spc="31" dirty="0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240" spc="31" dirty="0" err="1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liệu</a:t>
            </a:r>
            <a:r>
              <a:rPr lang="en-US" sz="3240" spc="31" dirty="0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240" spc="31" dirty="0" err="1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khi</a:t>
            </a:r>
            <a:r>
              <a:rPr lang="en-US" sz="3240" spc="31" dirty="0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240" spc="31" dirty="0" err="1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cần</a:t>
            </a:r>
            <a:r>
              <a:rPr lang="en-US" sz="3240" spc="31" dirty="0">
                <a:solidFill>
                  <a:srgbClr val="0A4356"/>
                </a:solidFill>
                <a:latin typeface="Baloo"/>
                <a:ea typeface="Baloo"/>
                <a:cs typeface="Baloo"/>
                <a:sym typeface="Baloo"/>
              </a:rPr>
              <a:t>.</a:t>
            </a:r>
          </a:p>
        </p:txBody>
      </p:sp>
      <p:sp>
        <p:nvSpPr>
          <p:cNvPr id="12" name="Freeform 12"/>
          <p:cNvSpPr/>
          <p:nvPr/>
        </p:nvSpPr>
        <p:spPr>
          <a:xfrm>
            <a:off x="360947" y="3935515"/>
            <a:ext cx="8892431" cy="5750225"/>
          </a:xfrm>
          <a:custGeom>
            <a:avLst/>
            <a:gdLst/>
            <a:ahLst/>
            <a:cxnLst/>
            <a:rect l="l" t="t" r="r" b="b"/>
            <a:pathLst>
              <a:path w="8892431" h="5750225">
                <a:moveTo>
                  <a:pt x="0" y="0"/>
                </a:moveTo>
                <a:lnTo>
                  <a:pt x="8892431" y="0"/>
                </a:lnTo>
                <a:lnTo>
                  <a:pt x="8892431" y="5750226"/>
                </a:lnTo>
                <a:lnTo>
                  <a:pt x="0" y="57502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722" t="-1520" r="-1230" b="-304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9603388" y="4186951"/>
            <a:ext cx="8411167" cy="5498790"/>
          </a:xfrm>
          <a:custGeom>
            <a:avLst/>
            <a:gdLst/>
            <a:ahLst/>
            <a:cxnLst/>
            <a:rect l="l" t="t" r="r" b="b"/>
            <a:pathLst>
              <a:path w="8411167" h="5498790">
                <a:moveTo>
                  <a:pt x="0" y="0"/>
                </a:moveTo>
                <a:lnTo>
                  <a:pt x="8411167" y="0"/>
                </a:lnTo>
                <a:lnTo>
                  <a:pt x="8411167" y="5498790"/>
                </a:lnTo>
                <a:lnTo>
                  <a:pt x="0" y="54987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90" t="-2186" r="-780" b="-31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9712766" y="5105238"/>
            <a:ext cx="776584" cy="896423"/>
          </a:xfrm>
          <a:custGeom>
            <a:avLst/>
            <a:gdLst/>
            <a:ahLst/>
            <a:cxnLst/>
            <a:rect l="l" t="t" r="r" b="b"/>
            <a:pathLst>
              <a:path w="776584" h="896423">
                <a:moveTo>
                  <a:pt x="0" y="0"/>
                </a:moveTo>
                <a:lnTo>
                  <a:pt x="776583" y="0"/>
                </a:lnTo>
                <a:lnTo>
                  <a:pt x="776583" y="896423"/>
                </a:lnTo>
                <a:lnTo>
                  <a:pt x="0" y="8964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8309" t="-20731" r="-2394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4941033" y="273300"/>
            <a:ext cx="1126593" cy="1104131"/>
          </a:xfrm>
          <a:custGeom>
            <a:avLst/>
            <a:gdLst/>
            <a:ahLst/>
            <a:cxnLst/>
            <a:rect l="l" t="t" r="r" b="b"/>
            <a:pathLst>
              <a:path w="1126593" h="1104131">
                <a:moveTo>
                  <a:pt x="0" y="0"/>
                </a:moveTo>
                <a:lnTo>
                  <a:pt x="1126594" y="0"/>
                </a:lnTo>
                <a:lnTo>
                  <a:pt x="1126594" y="1104130"/>
                </a:lnTo>
                <a:lnTo>
                  <a:pt x="0" y="11041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2621" t="-5940" r="-3883" b="-11881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445598" y="481007"/>
            <a:ext cx="5239206" cy="4449319"/>
          </a:xfrm>
          <a:custGeom>
            <a:avLst/>
            <a:gdLst/>
            <a:ahLst/>
            <a:cxnLst/>
            <a:rect l="l" t="t" r="r" b="b"/>
            <a:pathLst>
              <a:path w="5239206" h="4449319">
                <a:moveTo>
                  <a:pt x="0" y="0"/>
                </a:moveTo>
                <a:lnTo>
                  <a:pt x="5239206" y="0"/>
                </a:lnTo>
                <a:lnTo>
                  <a:pt x="5239206" y="4449319"/>
                </a:lnTo>
                <a:lnTo>
                  <a:pt x="0" y="44493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6766900"/>
            <a:ext cx="5447024" cy="2886045"/>
          </a:xfrm>
          <a:custGeom>
            <a:avLst/>
            <a:gdLst/>
            <a:ahLst/>
            <a:cxnLst/>
            <a:rect l="l" t="t" r="r" b="b"/>
            <a:pathLst>
              <a:path w="5447024" h="2886045">
                <a:moveTo>
                  <a:pt x="0" y="0"/>
                </a:moveTo>
                <a:lnTo>
                  <a:pt x="5447024" y="0"/>
                </a:lnTo>
                <a:lnTo>
                  <a:pt x="5447024" y="2886045"/>
                </a:lnTo>
                <a:lnTo>
                  <a:pt x="0" y="28860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54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5217330" y="7204180"/>
            <a:ext cx="5895474" cy="2448765"/>
          </a:xfrm>
          <a:custGeom>
            <a:avLst/>
            <a:gdLst/>
            <a:ahLst/>
            <a:cxnLst/>
            <a:rect l="l" t="t" r="r" b="b"/>
            <a:pathLst>
              <a:path w="5895474" h="2448765">
                <a:moveTo>
                  <a:pt x="0" y="0"/>
                </a:moveTo>
                <a:lnTo>
                  <a:pt x="5895474" y="0"/>
                </a:lnTo>
                <a:lnTo>
                  <a:pt x="5895474" y="2448765"/>
                </a:lnTo>
                <a:lnTo>
                  <a:pt x="0" y="24487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8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142574" y="0"/>
            <a:ext cx="4145426" cy="10287000"/>
          </a:xfrm>
          <a:custGeom>
            <a:avLst/>
            <a:gdLst/>
            <a:ahLst/>
            <a:cxnLst/>
            <a:rect l="l" t="t" r="r" b="b"/>
            <a:pathLst>
              <a:path w="4145426" h="10287000">
                <a:moveTo>
                  <a:pt x="0" y="0"/>
                </a:moveTo>
                <a:lnTo>
                  <a:pt x="4145426" y="0"/>
                </a:lnTo>
                <a:lnTo>
                  <a:pt x="41454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9237529"/>
            <a:ext cx="15892622" cy="1049471"/>
          </a:xfrm>
          <a:custGeom>
            <a:avLst/>
            <a:gdLst/>
            <a:ahLst/>
            <a:cxnLst/>
            <a:rect l="l" t="t" r="r" b="b"/>
            <a:pathLst>
              <a:path w="15892622" h="1049471">
                <a:moveTo>
                  <a:pt x="0" y="0"/>
                </a:moveTo>
                <a:lnTo>
                  <a:pt x="15892622" y="0"/>
                </a:lnTo>
                <a:lnTo>
                  <a:pt x="15892622" y="1049471"/>
                </a:lnTo>
                <a:lnTo>
                  <a:pt x="0" y="10494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3125" r="-6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0" y="6176573"/>
            <a:ext cx="2482880" cy="4110427"/>
          </a:xfrm>
          <a:custGeom>
            <a:avLst/>
            <a:gdLst/>
            <a:ahLst/>
            <a:cxnLst/>
            <a:rect l="l" t="t" r="r" b="b"/>
            <a:pathLst>
              <a:path w="2482880" h="4110427">
                <a:moveTo>
                  <a:pt x="0" y="0"/>
                </a:moveTo>
                <a:lnTo>
                  <a:pt x="2482880" y="0"/>
                </a:lnTo>
                <a:lnTo>
                  <a:pt x="2482880" y="4110427"/>
                </a:lnTo>
                <a:lnTo>
                  <a:pt x="0" y="41104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4521" r="-528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918775" y="8330174"/>
            <a:ext cx="3325091" cy="1399294"/>
          </a:xfrm>
          <a:custGeom>
            <a:avLst/>
            <a:gdLst/>
            <a:ahLst/>
            <a:cxnLst/>
            <a:rect l="l" t="t" r="r" b="b"/>
            <a:pathLst>
              <a:path w="3325091" h="1399294">
                <a:moveTo>
                  <a:pt x="0" y="0"/>
                </a:moveTo>
                <a:lnTo>
                  <a:pt x="3325091" y="0"/>
                </a:lnTo>
                <a:lnTo>
                  <a:pt x="3325091" y="1399295"/>
                </a:lnTo>
                <a:lnTo>
                  <a:pt x="0" y="13992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644" t="-14062" r="-3618" b="-937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818528" y="933903"/>
            <a:ext cx="9229984" cy="1188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10"/>
              </a:lnSpc>
            </a:pPr>
            <a:r>
              <a:rPr lang="en-US" sz="8910" spc="-87" dirty="0">
                <a:solidFill>
                  <a:srgbClr val="062836"/>
                </a:solidFill>
                <a:latin typeface="Baloo"/>
                <a:ea typeface="Baloo"/>
                <a:cs typeface="Baloo"/>
                <a:sym typeface="Baloo"/>
              </a:rPr>
              <a:t>Giao </a:t>
            </a:r>
            <a:r>
              <a:rPr lang="en-US" sz="8910" spc="-87" dirty="0" err="1">
                <a:solidFill>
                  <a:srgbClr val="062836"/>
                </a:solidFill>
                <a:latin typeface="Baloo"/>
                <a:ea typeface="Baloo"/>
                <a:cs typeface="Baloo"/>
                <a:sym typeface="Baloo"/>
              </a:rPr>
              <a:t>diện</a:t>
            </a:r>
            <a:r>
              <a:rPr lang="en-US" sz="8910" spc="-87" dirty="0">
                <a:solidFill>
                  <a:srgbClr val="06283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8910" spc="-87" dirty="0" err="1">
                <a:solidFill>
                  <a:srgbClr val="062836"/>
                </a:solidFill>
                <a:latin typeface="Baloo"/>
                <a:ea typeface="Baloo"/>
                <a:cs typeface="Baloo"/>
                <a:sym typeface="Baloo"/>
              </a:rPr>
              <a:t>dễ</a:t>
            </a:r>
            <a:r>
              <a:rPr lang="en-US" sz="8910" spc="-87" dirty="0">
                <a:solidFill>
                  <a:srgbClr val="06283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8910" spc="-87" dirty="0" err="1">
                <a:solidFill>
                  <a:srgbClr val="062836"/>
                </a:solidFill>
                <a:latin typeface="Baloo"/>
                <a:ea typeface="Baloo"/>
                <a:cs typeface="Baloo"/>
                <a:sym typeface="Baloo"/>
              </a:rPr>
              <a:t>dùng</a:t>
            </a:r>
            <a:endParaRPr lang="en-US" sz="8910" spc="-87" dirty="0">
              <a:solidFill>
                <a:srgbClr val="062836"/>
              </a:solidFill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38632" y="2484465"/>
            <a:ext cx="7036029" cy="94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132" lvl="1" indent="-390566" algn="l">
              <a:lnSpc>
                <a:spcPts val="3619"/>
              </a:lnSpc>
              <a:buFont typeface="Arial"/>
              <a:buChar char="•"/>
            </a:pPr>
            <a:r>
              <a:rPr lang="en-US" sz="3619" spc="-35">
                <a:solidFill>
                  <a:srgbClr val="0A3B4E"/>
                </a:solidFill>
                <a:latin typeface="Baloo"/>
                <a:ea typeface="Baloo"/>
                <a:cs typeface="Baloo"/>
                <a:sym typeface="Baloo"/>
              </a:rPr>
              <a:t>Có màn hình “Hôm nay” để xem thông tin chính.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4004" y="3809818"/>
            <a:ext cx="7498840" cy="94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132" lvl="1" indent="-390566" algn="l">
              <a:lnSpc>
                <a:spcPts val="3619"/>
              </a:lnSpc>
              <a:buFont typeface="Arial"/>
              <a:buChar char="•"/>
            </a:pPr>
            <a:r>
              <a:rPr lang="en-US" sz="3619" spc="-35">
                <a:solidFill>
                  <a:srgbClr val="0A3B4E"/>
                </a:solidFill>
                <a:latin typeface="Baloo"/>
                <a:ea typeface="Baloo"/>
                <a:cs typeface="Baloo"/>
                <a:sym typeface="Baloo"/>
              </a:rPr>
              <a:t>Điều hướng rõ ràng giữa các nhóm chức năng.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6532" y="5120112"/>
            <a:ext cx="7245993" cy="94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132" lvl="1" indent="-390566" algn="l">
              <a:lnSpc>
                <a:spcPts val="3619"/>
              </a:lnSpc>
              <a:buFont typeface="Arial"/>
              <a:buChar char="•"/>
            </a:pPr>
            <a:r>
              <a:rPr lang="en-US" sz="3619" spc="-35">
                <a:solidFill>
                  <a:srgbClr val="0A3B4E"/>
                </a:solidFill>
                <a:latin typeface="Baloo"/>
                <a:ea typeface="Baloo"/>
                <a:cs typeface="Baloo"/>
                <a:sym typeface="Baloo"/>
              </a:rPr>
              <a:t>Hỗ trợ tùy chỉnh chữ và giao diện sáng/tối.</a:t>
            </a:r>
          </a:p>
        </p:txBody>
      </p:sp>
      <p:sp>
        <p:nvSpPr>
          <p:cNvPr id="14" name="Freeform 14"/>
          <p:cNvSpPr/>
          <p:nvPr/>
        </p:nvSpPr>
        <p:spPr>
          <a:xfrm>
            <a:off x="5589215" y="3793400"/>
            <a:ext cx="5742344" cy="5826749"/>
          </a:xfrm>
          <a:custGeom>
            <a:avLst/>
            <a:gdLst/>
            <a:ahLst/>
            <a:cxnLst/>
            <a:rect l="l" t="t" r="r" b="b"/>
            <a:pathLst>
              <a:path w="5742344" h="5826749">
                <a:moveTo>
                  <a:pt x="0" y="0"/>
                </a:moveTo>
                <a:lnTo>
                  <a:pt x="5742345" y="0"/>
                </a:lnTo>
                <a:lnTo>
                  <a:pt x="5742345" y="5826749"/>
                </a:lnTo>
                <a:lnTo>
                  <a:pt x="0" y="58267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666" t="-2626" b="-5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9067435" y="2896977"/>
            <a:ext cx="1170344" cy="798035"/>
          </a:xfrm>
          <a:custGeom>
            <a:avLst/>
            <a:gdLst/>
            <a:ahLst/>
            <a:cxnLst/>
            <a:rect l="l" t="t" r="r" b="b"/>
            <a:pathLst>
              <a:path w="1170344" h="798035">
                <a:moveTo>
                  <a:pt x="0" y="0"/>
                </a:moveTo>
                <a:lnTo>
                  <a:pt x="1170345" y="0"/>
                </a:lnTo>
                <a:lnTo>
                  <a:pt x="1170345" y="798035"/>
                </a:lnTo>
                <a:lnTo>
                  <a:pt x="0" y="7980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2149" t="-15068" b="-205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0445598" y="1705390"/>
            <a:ext cx="4145426" cy="7728915"/>
          </a:xfrm>
          <a:custGeom>
            <a:avLst/>
            <a:gdLst/>
            <a:ahLst/>
            <a:cxnLst/>
            <a:rect l="l" t="t" r="r" b="b"/>
            <a:pathLst>
              <a:path w="4145426" h="7728915">
                <a:moveTo>
                  <a:pt x="0" y="0"/>
                </a:moveTo>
                <a:lnTo>
                  <a:pt x="4145426" y="0"/>
                </a:lnTo>
                <a:lnTo>
                  <a:pt x="4145426" y="7728915"/>
                </a:lnTo>
                <a:lnTo>
                  <a:pt x="0" y="772891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1232870" y="2891785"/>
            <a:ext cx="1853636" cy="49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3619" spc="-35">
                <a:solidFill>
                  <a:srgbClr val="0A3B4E"/>
                </a:solidFill>
                <a:latin typeface="Baloo"/>
                <a:ea typeface="Baloo"/>
                <a:cs typeface="Baloo"/>
                <a:sym typeface="Baloo"/>
              </a:rPr>
              <a:t>Hôm nay</a:t>
            </a:r>
          </a:p>
        </p:txBody>
      </p:sp>
      <p:sp>
        <p:nvSpPr>
          <p:cNvPr id="18" name="Freeform 18"/>
          <p:cNvSpPr/>
          <p:nvPr/>
        </p:nvSpPr>
        <p:spPr>
          <a:xfrm>
            <a:off x="11167493" y="3585692"/>
            <a:ext cx="2876641" cy="1147859"/>
          </a:xfrm>
          <a:custGeom>
            <a:avLst/>
            <a:gdLst/>
            <a:ahLst/>
            <a:cxnLst/>
            <a:rect l="l" t="t" r="r" b="b"/>
            <a:pathLst>
              <a:path w="2876641" h="1147859">
                <a:moveTo>
                  <a:pt x="0" y="0"/>
                </a:moveTo>
                <a:lnTo>
                  <a:pt x="2876641" y="0"/>
                </a:lnTo>
                <a:lnTo>
                  <a:pt x="2876641" y="1147858"/>
                </a:lnTo>
                <a:lnTo>
                  <a:pt x="0" y="114785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281" t="-14285" r="-3802" b="-1714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1386249" y="3782468"/>
            <a:ext cx="1159407" cy="798035"/>
          </a:xfrm>
          <a:custGeom>
            <a:avLst/>
            <a:gdLst/>
            <a:ahLst/>
            <a:cxnLst/>
            <a:rect l="l" t="t" r="r" b="b"/>
            <a:pathLst>
              <a:path w="1159407" h="798035">
                <a:moveTo>
                  <a:pt x="0" y="0"/>
                </a:moveTo>
                <a:lnTo>
                  <a:pt x="1159407" y="0"/>
                </a:lnTo>
                <a:lnTo>
                  <a:pt x="1159407" y="798035"/>
                </a:lnTo>
                <a:lnTo>
                  <a:pt x="0" y="79803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5660" t="-17808" r="-7547" b="-1780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3737876" y="4055767"/>
            <a:ext cx="131254" cy="207708"/>
          </a:xfrm>
          <a:custGeom>
            <a:avLst/>
            <a:gdLst/>
            <a:ahLst/>
            <a:cxnLst/>
            <a:rect l="l" t="t" r="r" b="b"/>
            <a:pathLst>
              <a:path w="131254" h="207708">
                <a:moveTo>
                  <a:pt x="0" y="0"/>
                </a:moveTo>
                <a:lnTo>
                  <a:pt x="131253" y="0"/>
                </a:lnTo>
                <a:lnTo>
                  <a:pt x="131253" y="207708"/>
                </a:lnTo>
                <a:lnTo>
                  <a:pt x="0" y="20770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6666" t="-100000" r="-49999" b="-1578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1134679" y="4864734"/>
            <a:ext cx="2887579" cy="1213451"/>
          </a:xfrm>
          <a:custGeom>
            <a:avLst/>
            <a:gdLst/>
            <a:ahLst/>
            <a:cxnLst/>
            <a:rect l="l" t="t" r="r" b="b"/>
            <a:pathLst>
              <a:path w="2887579" h="1213451">
                <a:moveTo>
                  <a:pt x="0" y="0"/>
                </a:moveTo>
                <a:lnTo>
                  <a:pt x="2887579" y="0"/>
                </a:lnTo>
                <a:lnTo>
                  <a:pt x="2887579" y="1213451"/>
                </a:lnTo>
                <a:lnTo>
                  <a:pt x="0" y="121345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1136" t="-12612" r="-4545" b="-117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1517502" y="5039646"/>
            <a:ext cx="864086" cy="874559"/>
          </a:xfrm>
          <a:custGeom>
            <a:avLst/>
            <a:gdLst/>
            <a:ahLst/>
            <a:cxnLst/>
            <a:rect l="l" t="t" r="r" b="b"/>
            <a:pathLst>
              <a:path w="864086" h="874559">
                <a:moveTo>
                  <a:pt x="0" y="0"/>
                </a:moveTo>
                <a:lnTo>
                  <a:pt x="864087" y="0"/>
                </a:lnTo>
                <a:lnTo>
                  <a:pt x="864087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22784" t="-13750" r="-3797" b="-100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12552286" y="5357319"/>
            <a:ext cx="1178398" cy="284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2"/>
              </a:lnSpc>
            </a:pPr>
            <a:r>
              <a:rPr lang="en-US" sz="2162" b="1" spc="-21">
                <a:solidFill>
                  <a:srgbClr val="0A3B4E"/>
                </a:solidFill>
                <a:latin typeface="Asap Bold"/>
                <a:ea typeface="Asap Bold"/>
                <a:cs typeface="Asap Bold"/>
                <a:sym typeface="Asap Bold"/>
              </a:rPr>
              <a:t>Thời gian</a:t>
            </a:r>
          </a:p>
        </p:txBody>
      </p:sp>
      <p:sp>
        <p:nvSpPr>
          <p:cNvPr id="24" name="Freeform 24"/>
          <p:cNvSpPr/>
          <p:nvPr/>
        </p:nvSpPr>
        <p:spPr>
          <a:xfrm>
            <a:off x="13716000" y="5378538"/>
            <a:ext cx="142191" cy="218640"/>
          </a:xfrm>
          <a:custGeom>
            <a:avLst/>
            <a:gdLst/>
            <a:ahLst/>
            <a:cxnLst/>
            <a:rect l="l" t="t" r="r" b="b"/>
            <a:pathLst>
              <a:path w="142191" h="218640">
                <a:moveTo>
                  <a:pt x="0" y="0"/>
                </a:moveTo>
                <a:lnTo>
                  <a:pt x="142191" y="0"/>
                </a:lnTo>
                <a:lnTo>
                  <a:pt x="142191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t="-10000" r="-53846" b="-8999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1079990" y="6220301"/>
            <a:ext cx="2920392" cy="1366498"/>
          </a:xfrm>
          <a:custGeom>
            <a:avLst/>
            <a:gdLst/>
            <a:ahLst/>
            <a:cxnLst/>
            <a:rect l="l" t="t" r="r" b="b"/>
            <a:pathLst>
              <a:path w="2920392" h="1366498">
                <a:moveTo>
                  <a:pt x="0" y="0"/>
                </a:moveTo>
                <a:lnTo>
                  <a:pt x="2920393" y="0"/>
                </a:lnTo>
                <a:lnTo>
                  <a:pt x="2920393" y="1366498"/>
                </a:lnTo>
                <a:lnTo>
                  <a:pt x="0" y="13664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6741" t="-800" r="-5243" b="-959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1430000" y="6242165"/>
            <a:ext cx="962526" cy="1246247"/>
          </a:xfrm>
          <a:custGeom>
            <a:avLst/>
            <a:gdLst/>
            <a:ahLst/>
            <a:cxnLst/>
            <a:rect l="l" t="t" r="r" b="b"/>
            <a:pathLst>
              <a:path w="962526" h="1246247">
                <a:moveTo>
                  <a:pt x="0" y="0"/>
                </a:moveTo>
                <a:lnTo>
                  <a:pt x="962526" y="0"/>
                </a:lnTo>
                <a:lnTo>
                  <a:pt x="962526" y="1246246"/>
                </a:lnTo>
                <a:lnTo>
                  <a:pt x="0" y="124624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11363" t="-2631" r="-2272" b="-175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12525494" y="6773029"/>
            <a:ext cx="1178707" cy="284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4"/>
              </a:lnSpc>
            </a:pPr>
            <a:r>
              <a:rPr lang="en-US" sz="2144" b="1" spc="-20">
                <a:solidFill>
                  <a:srgbClr val="0A3B4E"/>
                </a:solidFill>
                <a:latin typeface="Asap Bold"/>
                <a:ea typeface="Asap Bold"/>
                <a:cs typeface="Asap Bold"/>
                <a:sym typeface="Asap Bold"/>
              </a:rPr>
              <a:t>Sinh hoạt</a:t>
            </a:r>
          </a:p>
        </p:txBody>
      </p:sp>
      <p:sp>
        <p:nvSpPr>
          <p:cNvPr id="28" name="Freeform 28"/>
          <p:cNvSpPr/>
          <p:nvPr/>
        </p:nvSpPr>
        <p:spPr>
          <a:xfrm>
            <a:off x="13716000" y="6810628"/>
            <a:ext cx="120316" cy="207708"/>
          </a:xfrm>
          <a:custGeom>
            <a:avLst/>
            <a:gdLst/>
            <a:ahLst/>
            <a:cxnLst/>
            <a:rect l="l" t="t" r="r" b="b"/>
            <a:pathLst>
              <a:path w="120316" h="207708">
                <a:moveTo>
                  <a:pt x="0" y="0"/>
                </a:moveTo>
                <a:lnTo>
                  <a:pt x="120316" y="0"/>
                </a:lnTo>
                <a:lnTo>
                  <a:pt x="120316" y="207708"/>
                </a:lnTo>
                <a:lnTo>
                  <a:pt x="0" y="20770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t="-84210" r="-81818" b="-263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1079990" y="8100603"/>
            <a:ext cx="371885" cy="448211"/>
          </a:xfrm>
          <a:custGeom>
            <a:avLst/>
            <a:gdLst/>
            <a:ahLst/>
            <a:cxnLst/>
            <a:rect l="l" t="t" r="r" b="b"/>
            <a:pathLst>
              <a:path w="371885" h="448211">
                <a:moveTo>
                  <a:pt x="0" y="0"/>
                </a:moveTo>
                <a:lnTo>
                  <a:pt x="371886" y="0"/>
                </a:lnTo>
                <a:lnTo>
                  <a:pt x="37188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52941" t="-39024" r="-23529" b="-73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11572191" y="8078739"/>
            <a:ext cx="820335" cy="491939"/>
          </a:xfrm>
          <a:custGeom>
            <a:avLst/>
            <a:gdLst/>
            <a:ahLst/>
            <a:cxnLst/>
            <a:rect l="l" t="t" r="r" b="b"/>
            <a:pathLst>
              <a:path w="820335" h="491939">
                <a:moveTo>
                  <a:pt x="0" y="0"/>
                </a:moveTo>
                <a:lnTo>
                  <a:pt x="820335" y="0"/>
                </a:lnTo>
                <a:lnTo>
                  <a:pt x="820335" y="491939"/>
                </a:lnTo>
                <a:lnTo>
                  <a:pt x="0" y="49193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5333" t="-31111" r="-2666" b="-2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12469091" y="8078739"/>
            <a:ext cx="459388" cy="491939"/>
          </a:xfrm>
          <a:custGeom>
            <a:avLst/>
            <a:gdLst/>
            <a:ahLst/>
            <a:cxnLst/>
            <a:rect l="l" t="t" r="r" b="b"/>
            <a:pathLst>
              <a:path w="459388" h="491939">
                <a:moveTo>
                  <a:pt x="0" y="0"/>
                </a:moveTo>
                <a:lnTo>
                  <a:pt x="459387" y="0"/>
                </a:lnTo>
                <a:lnTo>
                  <a:pt x="459387" y="491939"/>
                </a:lnTo>
                <a:lnTo>
                  <a:pt x="0" y="49193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-14285" t="-31111" r="-30952" b="-2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13551933" y="8111535"/>
            <a:ext cx="371885" cy="404484"/>
          </a:xfrm>
          <a:custGeom>
            <a:avLst/>
            <a:gdLst/>
            <a:ahLst/>
            <a:cxnLst/>
            <a:rect l="l" t="t" r="r" b="b"/>
            <a:pathLst>
              <a:path w="371885" h="404484">
                <a:moveTo>
                  <a:pt x="0" y="0"/>
                </a:moveTo>
                <a:lnTo>
                  <a:pt x="371885" y="0"/>
                </a:lnTo>
                <a:lnTo>
                  <a:pt x="371885" y="404483"/>
                </a:lnTo>
                <a:lnTo>
                  <a:pt x="0" y="404483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-14705" t="-45945" r="-2941" b="-1621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15301981" y="830831"/>
            <a:ext cx="2636010" cy="2426901"/>
          </a:xfrm>
          <a:custGeom>
            <a:avLst/>
            <a:gdLst/>
            <a:ahLst/>
            <a:cxnLst/>
            <a:rect l="l" t="t" r="r" b="b"/>
            <a:pathLst>
              <a:path w="2636010" h="2426901">
                <a:moveTo>
                  <a:pt x="0" y="0"/>
                </a:moveTo>
                <a:lnTo>
                  <a:pt x="2636009" y="0"/>
                </a:lnTo>
                <a:lnTo>
                  <a:pt x="2636009" y="2426901"/>
                </a:lnTo>
                <a:lnTo>
                  <a:pt x="0" y="242690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-2489" t="-8108" r="-5394" b="-72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15542612" y="1213451"/>
            <a:ext cx="2165684" cy="1344634"/>
          </a:xfrm>
          <a:custGeom>
            <a:avLst/>
            <a:gdLst/>
            <a:ahLst/>
            <a:cxnLst/>
            <a:rect l="l" t="t" r="r" b="b"/>
            <a:pathLst>
              <a:path w="2165684" h="1344634">
                <a:moveTo>
                  <a:pt x="0" y="0"/>
                </a:moveTo>
                <a:lnTo>
                  <a:pt x="2165685" y="0"/>
                </a:lnTo>
                <a:lnTo>
                  <a:pt x="2165685" y="1344634"/>
                </a:lnTo>
                <a:lnTo>
                  <a:pt x="0" y="1344634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-4040" t="-10569" r="-7070" b="-162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15930565" y="2580936"/>
            <a:ext cx="1334268" cy="362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4"/>
              </a:lnSpc>
            </a:pPr>
            <a:r>
              <a:rPr lang="en-US" sz="2784" b="1" spc="-27">
                <a:solidFill>
                  <a:srgbClr val="0A3B4E"/>
                </a:solidFill>
                <a:latin typeface="Asap Bold"/>
                <a:ea typeface="Asap Bold"/>
                <a:cs typeface="Asap Bold"/>
                <a:sym typeface="Asap Bold"/>
              </a:rPr>
              <a:t>Ăn uống</a:t>
            </a:r>
          </a:p>
        </p:txBody>
      </p:sp>
      <p:sp>
        <p:nvSpPr>
          <p:cNvPr id="36" name="Freeform 36"/>
          <p:cNvSpPr/>
          <p:nvPr/>
        </p:nvSpPr>
        <p:spPr>
          <a:xfrm>
            <a:off x="15301981" y="3465440"/>
            <a:ext cx="2636010" cy="2503425"/>
          </a:xfrm>
          <a:custGeom>
            <a:avLst/>
            <a:gdLst/>
            <a:ahLst/>
            <a:cxnLst/>
            <a:rect l="l" t="t" r="r" b="b"/>
            <a:pathLst>
              <a:path w="2636010" h="2503425">
                <a:moveTo>
                  <a:pt x="0" y="0"/>
                </a:moveTo>
                <a:lnTo>
                  <a:pt x="2636009" y="0"/>
                </a:lnTo>
                <a:lnTo>
                  <a:pt x="2636009" y="2503425"/>
                </a:lnTo>
                <a:lnTo>
                  <a:pt x="0" y="250342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-2489" t="-1746" r="-5394" b="-131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15892622" y="3771536"/>
            <a:ext cx="1443789" cy="1421158"/>
          </a:xfrm>
          <a:custGeom>
            <a:avLst/>
            <a:gdLst/>
            <a:ahLst/>
            <a:cxnLst/>
            <a:rect l="l" t="t" r="r" b="b"/>
            <a:pathLst>
              <a:path w="1443789" h="1421158">
                <a:moveTo>
                  <a:pt x="0" y="0"/>
                </a:moveTo>
                <a:lnTo>
                  <a:pt x="1443789" y="0"/>
                </a:lnTo>
                <a:lnTo>
                  <a:pt x="1443789" y="1421158"/>
                </a:lnTo>
                <a:lnTo>
                  <a:pt x="0" y="1421158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-15151" t="-9230" r="-6060" b="-123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15831394" y="5306948"/>
            <a:ext cx="1532612" cy="362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4"/>
              </a:lnSpc>
            </a:pPr>
            <a:r>
              <a:rPr lang="en-US" sz="2784" b="1" spc="-27">
                <a:solidFill>
                  <a:srgbClr val="0A3B4E"/>
                </a:solidFill>
                <a:latin typeface="Asap Bold"/>
                <a:ea typeface="Asap Bold"/>
                <a:cs typeface="Asap Bold"/>
                <a:sym typeface="Asap Bold"/>
              </a:rPr>
              <a:t>Thời gian</a:t>
            </a:r>
          </a:p>
        </p:txBody>
      </p:sp>
      <p:sp>
        <p:nvSpPr>
          <p:cNvPr id="39" name="Freeform 39"/>
          <p:cNvSpPr/>
          <p:nvPr/>
        </p:nvSpPr>
        <p:spPr>
          <a:xfrm>
            <a:off x="15301981" y="6176573"/>
            <a:ext cx="2636010" cy="2503425"/>
          </a:xfrm>
          <a:custGeom>
            <a:avLst/>
            <a:gdLst/>
            <a:ahLst/>
            <a:cxnLst/>
            <a:rect l="l" t="t" r="r" b="b"/>
            <a:pathLst>
              <a:path w="2636010" h="2503425">
                <a:moveTo>
                  <a:pt x="0" y="0"/>
                </a:moveTo>
                <a:lnTo>
                  <a:pt x="2636009" y="0"/>
                </a:lnTo>
                <a:lnTo>
                  <a:pt x="2636009" y="2503425"/>
                </a:lnTo>
                <a:lnTo>
                  <a:pt x="0" y="250342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-2489" t="-7423" r="-5394" b="-43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Freeform 40"/>
          <p:cNvSpPr/>
          <p:nvPr/>
        </p:nvSpPr>
        <p:spPr>
          <a:xfrm>
            <a:off x="15870746" y="6373349"/>
            <a:ext cx="1367225" cy="1617934"/>
          </a:xfrm>
          <a:custGeom>
            <a:avLst/>
            <a:gdLst/>
            <a:ahLst/>
            <a:cxnLst/>
            <a:rect l="l" t="t" r="r" b="b"/>
            <a:pathLst>
              <a:path w="1367225" h="1617934">
                <a:moveTo>
                  <a:pt x="0" y="0"/>
                </a:moveTo>
                <a:lnTo>
                  <a:pt x="1367225" y="0"/>
                </a:lnTo>
                <a:lnTo>
                  <a:pt x="1367225" y="1617934"/>
                </a:lnTo>
                <a:lnTo>
                  <a:pt x="0" y="1617934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-14400" t="-10135" r="-13600" b="-94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TextBox 41"/>
          <p:cNvSpPr txBox="1"/>
          <p:nvPr/>
        </p:nvSpPr>
        <p:spPr>
          <a:xfrm>
            <a:off x="15824654" y="7987778"/>
            <a:ext cx="1546091" cy="362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4"/>
              </a:lnSpc>
            </a:pPr>
            <a:r>
              <a:rPr lang="en-US" sz="2784" b="1" spc="-27">
                <a:solidFill>
                  <a:srgbClr val="0A3B4E"/>
                </a:solidFill>
                <a:latin typeface="Asap Bold"/>
                <a:ea typeface="Asap Bold"/>
                <a:cs typeface="Asap Bold"/>
                <a:sym typeface="Asap Bold"/>
              </a:rPr>
              <a:t>Sinh hoạt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617648" y="4020416"/>
            <a:ext cx="1178719" cy="286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2227" b="1" spc="-21">
                <a:solidFill>
                  <a:srgbClr val="0A3B4E"/>
                </a:solidFill>
                <a:latin typeface="Cabin Bold"/>
                <a:ea typeface="Cabin Bold"/>
                <a:cs typeface="Cabin Bold"/>
                <a:sym typeface="Cabin Bold"/>
              </a:rPr>
              <a:t>Ăn uống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181223" y="8174008"/>
            <a:ext cx="206947" cy="32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5"/>
              </a:lnSpc>
            </a:pPr>
            <a:r>
              <a:rPr lang="en-US" sz="2505" b="1" spc="-24">
                <a:solidFill>
                  <a:srgbClr val="76C4D8"/>
                </a:solidFill>
                <a:latin typeface="Asap Bold"/>
                <a:ea typeface="Asap Bold"/>
                <a:cs typeface="Asap Bold"/>
                <a:sym typeface="Asap Bold"/>
              </a:rPr>
              <a:t>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465856" y="382620"/>
            <a:ext cx="9822144" cy="9904380"/>
          </a:xfrm>
          <a:custGeom>
            <a:avLst/>
            <a:gdLst/>
            <a:ahLst/>
            <a:cxnLst/>
            <a:rect l="l" t="t" r="r" b="b"/>
            <a:pathLst>
              <a:path w="9822144" h="9904380">
                <a:moveTo>
                  <a:pt x="0" y="0"/>
                </a:moveTo>
                <a:lnTo>
                  <a:pt x="9822144" y="0"/>
                </a:lnTo>
                <a:lnTo>
                  <a:pt x="9822144" y="9904380"/>
                </a:lnTo>
                <a:lnTo>
                  <a:pt x="0" y="99043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04" t="-17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029962" y="3060956"/>
            <a:ext cx="6081416" cy="5444130"/>
          </a:xfrm>
          <a:custGeom>
            <a:avLst/>
            <a:gdLst/>
            <a:ahLst/>
            <a:cxnLst/>
            <a:rect l="l" t="t" r="r" b="b"/>
            <a:pathLst>
              <a:path w="6081416" h="5444130">
                <a:moveTo>
                  <a:pt x="0" y="0"/>
                </a:moveTo>
                <a:lnTo>
                  <a:pt x="6081416" y="0"/>
                </a:lnTo>
                <a:lnTo>
                  <a:pt x="6081416" y="5444130"/>
                </a:lnTo>
                <a:lnTo>
                  <a:pt x="0" y="5444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9" t="-1204" b="-140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351818" y="2656473"/>
            <a:ext cx="2012555" cy="2088010"/>
          </a:xfrm>
          <a:custGeom>
            <a:avLst/>
            <a:gdLst/>
            <a:ahLst/>
            <a:cxnLst/>
            <a:rect l="l" t="t" r="r" b="b"/>
            <a:pathLst>
              <a:path w="2012555" h="2088010">
                <a:moveTo>
                  <a:pt x="0" y="0"/>
                </a:moveTo>
                <a:lnTo>
                  <a:pt x="2012555" y="0"/>
                </a:lnTo>
                <a:lnTo>
                  <a:pt x="2012555" y="2088009"/>
                </a:lnTo>
                <a:lnTo>
                  <a:pt x="0" y="20880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188" r="-8695" b="-89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928478" y="1115063"/>
            <a:ext cx="2034431" cy="1016675"/>
          </a:xfrm>
          <a:custGeom>
            <a:avLst/>
            <a:gdLst/>
            <a:ahLst/>
            <a:cxnLst/>
            <a:rect l="l" t="t" r="r" b="b"/>
            <a:pathLst>
              <a:path w="2034431" h="1016675">
                <a:moveTo>
                  <a:pt x="0" y="0"/>
                </a:moveTo>
                <a:lnTo>
                  <a:pt x="2034431" y="0"/>
                </a:lnTo>
                <a:lnTo>
                  <a:pt x="2034431" y="1016675"/>
                </a:lnTo>
                <a:lnTo>
                  <a:pt x="0" y="10166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301" t="-4301" r="-3225" b="-215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531675" y="940151"/>
            <a:ext cx="2329751" cy="2492493"/>
          </a:xfrm>
          <a:custGeom>
            <a:avLst/>
            <a:gdLst/>
            <a:ahLst/>
            <a:cxnLst/>
            <a:rect l="l" t="t" r="r" b="b"/>
            <a:pathLst>
              <a:path w="2329751" h="2492493">
                <a:moveTo>
                  <a:pt x="0" y="0"/>
                </a:moveTo>
                <a:lnTo>
                  <a:pt x="2329751" y="0"/>
                </a:lnTo>
                <a:lnTo>
                  <a:pt x="2329751" y="2492493"/>
                </a:lnTo>
                <a:lnTo>
                  <a:pt x="0" y="24924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286" t="-350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1594067" y="2164533"/>
            <a:ext cx="3817292" cy="4514911"/>
          </a:xfrm>
          <a:custGeom>
            <a:avLst/>
            <a:gdLst/>
            <a:ahLst/>
            <a:cxnLst/>
            <a:rect l="l" t="t" r="r" b="b"/>
            <a:pathLst>
              <a:path w="3817292" h="4514911">
                <a:moveTo>
                  <a:pt x="0" y="0"/>
                </a:moveTo>
                <a:lnTo>
                  <a:pt x="3817292" y="0"/>
                </a:lnTo>
                <a:lnTo>
                  <a:pt x="3817292" y="4514911"/>
                </a:lnTo>
                <a:lnTo>
                  <a:pt x="0" y="45149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719" t="-484" r="-1432" b="-411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509799" y="4810074"/>
            <a:ext cx="2778201" cy="5476926"/>
          </a:xfrm>
          <a:custGeom>
            <a:avLst/>
            <a:gdLst/>
            <a:ahLst/>
            <a:cxnLst/>
            <a:rect l="l" t="t" r="r" b="b"/>
            <a:pathLst>
              <a:path w="2778201" h="5476926">
                <a:moveTo>
                  <a:pt x="0" y="0"/>
                </a:moveTo>
                <a:lnTo>
                  <a:pt x="2778201" y="0"/>
                </a:lnTo>
                <a:lnTo>
                  <a:pt x="2778201" y="5476926"/>
                </a:lnTo>
                <a:lnTo>
                  <a:pt x="0" y="547692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968" t="-17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9176813" y="5542518"/>
            <a:ext cx="3051646" cy="4744482"/>
          </a:xfrm>
          <a:custGeom>
            <a:avLst/>
            <a:gdLst/>
            <a:ahLst/>
            <a:cxnLst/>
            <a:rect l="l" t="t" r="r" b="b"/>
            <a:pathLst>
              <a:path w="3051646" h="4744482">
                <a:moveTo>
                  <a:pt x="0" y="0"/>
                </a:moveTo>
                <a:lnTo>
                  <a:pt x="3051646" y="0"/>
                </a:lnTo>
                <a:lnTo>
                  <a:pt x="3051646" y="4744482"/>
                </a:lnTo>
                <a:lnTo>
                  <a:pt x="0" y="47444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075" t="-3917" r="-609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6002000" y="6799696"/>
            <a:ext cx="2078182" cy="2273853"/>
          </a:xfrm>
          <a:custGeom>
            <a:avLst/>
            <a:gdLst/>
            <a:ahLst/>
            <a:cxnLst/>
            <a:rect l="l" t="t" r="r" b="b"/>
            <a:pathLst>
              <a:path w="2078182" h="2273853">
                <a:moveTo>
                  <a:pt x="0" y="0"/>
                </a:moveTo>
                <a:lnTo>
                  <a:pt x="2078182" y="0"/>
                </a:lnTo>
                <a:lnTo>
                  <a:pt x="2078182" y="2273853"/>
                </a:lnTo>
                <a:lnTo>
                  <a:pt x="0" y="227385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5263" t="-7211" b="-625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2042517" y="3815264"/>
            <a:ext cx="5786096" cy="6471736"/>
          </a:xfrm>
          <a:custGeom>
            <a:avLst/>
            <a:gdLst/>
            <a:ahLst/>
            <a:cxnLst/>
            <a:rect l="l" t="t" r="r" b="b"/>
            <a:pathLst>
              <a:path w="5786096" h="6471736">
                <a:moveTo>
                  <a:pt x="0" y="0"/>
                </a:moveTo>
                <a:lnTo>
                  <a:pt x="5786095" y="0"/>
                </a:lnTo>
                <a:lnTo>
                  <a:pt x="5786095" y="6471736"/>
                </a:lnTo>
                <a:lnTo>
                  <a:pt x="0" y="647173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323" t="-2702" r="-56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776584" y="2514357"/>
            <a:ext cx="8148660" cy="5367606"/>
          </a:xfrm>
          <a:custGeom>
            <a:avLst/>
            <a:gdLst/>
            <a:ahLst/>
            <a:cxnLst/>
            <a:rect l="l" t="t" r="r" b="b"/>
            <a:pathLst>
              <a:path w="8148660" h="5367606">
                <a:moveTo>
                  <a:pt x="0" y="0"/>
                </a:moveTo>
                <a:lnTo>
                  <a:pt x="8148660" y="0"/>
                </a:lnTo>
                <a:lnTo>
                  <a:pt x="8148660" y="5367606"/>
                </a:lnTo>
                <a:lnTo>
                  <a:pt x="0" y="536760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610" t="-3054" r="-134" b="-101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799012" y="790395"/>
            <a:ext cx="13859072" cy="1393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24"/>
              </a:lnSpc>
            </a:pPr>
            <a:r>
              <a:rPr lang="en-US" sz="10019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Chất</a:t>
            </a:r>
            <a:r>
              <a:rPr lang="en-US" sz="10019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10019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lượng</a:t>
            </a:r>
            <a:r>
              <a:rPr lang="en-US" sz="10019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10019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và</a:t>
            </a:r>
            <a:r>
              <a:rPr lang="en-US" sz="10019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an </a:t>
            </a:r>
            <a:r>
              <a:rPr lang="en-US" sz="10019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toàn</a:t>
            </a:r>
            <a:endParaRPr lang="en-US" sz="10019" dirty="0">
              <a:solidFill>
                <a:srgbClr val="074157"/>
              </a:solidFill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38950" y="2987193"/>
            <a:ext cx="7836593" cy="1617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9716" lvl="1" indent="-424858" algn="l">
              <a:lnSpc>
                <a:spcPts val="4214"/>
              </a:lnSpc>
              <a:buFont typeface="Arial"/>
              <a:buChar char="•"/>
            </a:pP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Ứng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dụng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chỉ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hỗ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trợ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ghi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chép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và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nhắc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nhở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,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không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chẩn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đoán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hay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điều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trị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5014" y="4777126"/>
            <a:ext cx="7409413" cy="1617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9716" lvl="1" indent="-424858" algn="l">
              <a:lnSpc>
                <a:spcPts val="4214"/>
              </a:lnSpc>
              <a:buFont typeface="Arial"/>
              <a:buChar char="•"/>
            </a:pP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Dữ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liệu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mặc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định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lưu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trên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điện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thoại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;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chỉ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sao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lưu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khi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bạn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đăng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nhập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và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đồng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ý.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5014" y="6567058"/>
            <a:ext cx="8246550" cy="1617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9716" lvl="1" indent="-424858" algn="l">
              <a:lnSpc>
                <a:spcPts val="4214"/>
              </a:lnSpc>
              <a:buFont typeface="Arial"/>
              <a:buChar char="•"/>
            </a:pP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Được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thông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tin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và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đồng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ý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trước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khi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lưu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dữ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liệu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;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có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thể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xuất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hoặc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xóa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dữ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liệu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bất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cứ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lúc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937" spc="-78" dirty="0" err="1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nào</a:t>
            </a:r>
            <a:r>
              <a:rPr lang="en-US" sz="3937" spc="-78" dirty="0">
                <a:solidFill>
                  <a:srgbClr val="074157"/>
                </a:solidFill>
                <a:latin typeface="Baloo"/>
                <a:ea typeface="Baloo"/>
                <a:cs typeface="Baloo"/>
                <a:sym typeface="Baloo"/>
              </a:rPr>
              <a:t>.</a:t>
            </a:r>
          </a:p>
        </p:txBody>
      </p:sp>
      <p:sp>
        <p:nvSpPr>
          <p:cNvPr id="18" name="Freeform 18"/>
          <p:cNvSpPr/>
          <p:nvPr/>
        </p:nvSpPr>
        <p:spPr>
          <a:xfrm>
            <a:off x="0" y="8133399"/>
            <a:ext cx="2187560" cy="2153601"/>
          </a:xfrm>
          <a:custGeom>
            <a:avLst/>
            <a:gdLst/>
            <a:ahLst/>
            <a:cxnLst/>
            <a:rect l="l" t="t" r="r" b="b"/>
            <a:pathLst>
              <a:path w="2187560" h="2153601">
                <a:moveTo>
                  <a:pt x="0" y="0"/>
                </a:moveTo>
                <a:lnTo>
                  <a:pt x="2187560" y="0"/>
                </a:lnTo>
                <a:lnTo>
                  <a:pt x="218756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9644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15" grpId="0" build="p"/>
      <p:bldP spid="16" grpId="0" build="p"/>
      <p:bldP spid="1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986211" y="601259"/>
            <a:ext cx="8301789" cy="9095413"/>
          </a:xfrm>
          <a:custGeom>
            <a:avLst/>
            <a:gdLst/>
            <a:ahLst/>
            <a:cxnLst/>
            <a:rect l="l" t="t" r="r" b="b"/>
            <a:pathLst>
              <a:path w="8301789" h="9095413">
                <a:moveTo>
                  <a:pt x="0" y="0"/>
                </a:moveTo>
                <a:lnTo>
                  <a:pt x="8301789" y="0"/>
                </a:lnTo>
                <a:lnTo>
                  <a:pt x="8301789" y="9095414"/>
                </a:lnTo>
                <a:lnTo>
                  <a:pt x="0" y="9095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71" t="-1923" b="-18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83444" y="257490"/>
            <a:ext cx="15125454" cy="112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18"/>
              </a:lnSpc>
            </a:pPr>
            <a:r>
              <a:rPr lang="en-US" sz="7430" b="1" spc="-148" dirty="0">
                <a:solidFill>
                  <a:srgbClr val="09485A"/>
                </a:solidFill>
                <a:latin typeface="Nunito Heavy"/>
                <a:ea typeface="Nunito Heavy"/>
                <a:cs typeface="Nunito Heavy"/>
                <a:sym typeface="Nunito Heavy"/>
              </a:rPr>
              <a:t>Hướng </a:t>
            </a:r>
            <a:r>
              <a:rPr lang="en-US" sz="7430" b="1" spc="-148" dirty="0" err="1">
                <a:solidFill>
                  <a:srgbClr val="09485A"/>
                </a:solidFill>
                <a:latin typeface="Nunito Heavy"/>
                <a:ea typeface="Nunito Heavy"/>
                <a:cs typeface="Nunito Heavy"/>
                <a:sym typeface="Nunito Heavy"/>
              </a:rPr>
              <a:t>phát</a:t>
            </a:r>
            <a:r>
              <a:rPr lang="en-US" sz="7430" b="1" spc="-148" dirty="0">
                <a:solidFill>
                  <a:srgbClr val="09485A"/>
                </a:solidFill>
                <a:latin typeface="Nunito Heavy"/>
                <a:ea typeface="Nunito Heavy"/>
                <a:cs typeface="Nunito Heavy"/>
                <a:sym typeface="Nunito Heavy"/>
              </a:rPr>
              <a:t> </a:t>
            </a:r>
            <a:r>
              <a:rPr lang="en-US" sz="7430" b="1" spc="-148" dirty="0" err="1">
                <a:solidFill>
                  <a:srgbClr val="09485A"/>
                </a:solidFill>
                <a:latin typeface="Nunito Heavy"/>
                <a:ea typeface="Nunito Heavy"/>
                <a:cs typeface="Nunito Heavy"/>
                <a:sym typeface="Nunito Heavy"/>
              </a:rPr>
              <a:t>triển</a:t>
            </a:r>
            <a:r>
              <a:rPr lang="en-US" sz="7430" b="1" spc="-148" dirty="0">
                <a:solidFill>
                  <a:srgbClr val="09485A"/>
                </a:solidFill>
                <a:latin typeface="Nunito Heavy"/>
                <a:ea typeface="Nunito Heavy"/>
                <a:cs typeface="Nunito Heavy"/>
                <a:sym typeface="Nunito Heavy"/>
              </a:rPr>
              <a:t> (</a:t>
            </a:r>
            <a:r>
              <a:rPr lang="en-US" sz="7430" b="1" spc="-148" dirty="0" err="1">
                <a:solidFill>
                  <a:srgbClr val="09485A"/>
                </a:solidFill>
                <a:latin typeface="Nunito Heavy"/>
                <a:ea typeface="Nunito Heavy"/>
                <a:cs typeface="Nunito Heavy"/>
                <a:sym typeface="Nunito Heavy"/>
              </a:rPr>
              <a:t>giai</a:t>
            </a:r>
            <a:r>
              <a:rPr lang="en-US" sz="7430" b="1" spc="-148" dirty="0">
                <a:solidFill>
                  <a:srgbClr val="09485A"/>
                </a:solidFill>
                <a:latin typeface="Nunito Heavy"/>
                <a:ea typeface="Nunito Heavy"/>
                <a:cs typeface="Nunito Heavy"/>
                <a:sym typeface="Nunito Heavy"/>
              </a:rPr>
              <a:t> </a:t>
            </a:r>
            <a:r>
              <a:rPr lang="en-US" sz="7430" b="1" spc="-148" dirty="0" err="1">
                <a:solidFill>
                  <a:srgbClr val="09485A"/>
                </a:solidFill>
                <a:latin typeface="Nunito Heavy"/>
                <a:ea typeface="Nunito Heavy"/>
                <a:cs typeface="Nunito Heavy"/>
                <a:sym typeface="Nunito Heavy"/>
              </a:rPr>
              <a:t>đoạn</a:t>
            </a:r>
            <a:r>
              <a:rPr lang="en-US" sz="7430" b="1" spc="-148" dirty="0">
                <a:solidFill>
                  <a:srgbClr val="09485A"/>
                </a:solidFill>
                <a:latin typeface="Nunito Heavy"/>
                <a:ea typeface="Nunito Heavy"/>
                <a:cs typeface="Nunito Heavy"/>
                <a:sym typeface="Nunito Heavy"/>
              </a:rPr>
              <a:t> </a:t>
            </a:r>
            <a:r>
              <a:rPr lang="en-US" sz="7430" b="1" spc="-148" dirty="0" err="1">
                <a:solidFill>
                  <a:srgbClr val="09485A"/>
                </a:solidFill>
                <a:latin typeface="Nunito Heavy"/>
                <a:ea typeface="Nunito Heavy"/>
                <a:cs typeface="Nunito Heavy"/>
                <a:sym typeface="Nunito Heavy"/>
              </a:rPr>
              <a:t>sau</a:t>
            </a:r>
            <a:r>
              <a:rPr lang="en-US" sz="7430" b="1" spc="-148" dirty="0">
                <a:solidFill>
                  <a:srgbClr val="09485A"/>
                </a:solidFill>
                <a:latin typeface="Nunito Heavy"/>
                <a:ea typeface="Nunito Heavy"/>
                <a:cs typeface="Nunito Heavy"/>
                <a:sym typeface="Nunito Heavy"/>
              </a:rPr>
              <a:t>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8390" y="1410419"/>
            <a:ext cx="8959477" cy="1497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6"/>
              </a:lnSpc>
            </a:pPr>
            <a:r>
              <a:rPr lang="en-US" sz="3128" b="1" spc="-9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Bản</a:t>
            </a:r>
            <a:r>
              <a:rPr lang="en-US" sz="3128" b="1" spc="-9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3128" b="1" spc="-9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đầu</a:t>
            </a:r>
            <a:r>
              <a:rPr lang="en-US" sz="3128" b="1" spc="-9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3128" b="1" spc="-9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chưa</a:t>
            </a:r>
            <a:r>
              <a:rPr lang="en-US" sz="3128" b="1" spc="-9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3128" b="1" spc="-9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có</a:t>
            </a:r>
            <a:r>
              <a:rPr lang="en-US" sz="3128" b="1" spc="-9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3128" b="1" spc="-9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nhận</a:t>
            </a:r>
            <a:r>
              <a:rPr lang="en-US" sz="3128" b="1" spc="-9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3128" b="1" spc="-9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diện</a:t>
            </a:r>
            <a:r>
              <a:rPr lang="en-US" sz="3128" b="1" spc="-9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3128" b="1" spc="-9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món</a:t>
            </a:r>
            <a:r>
              <a:rPr lang="en-US" sz="3128" b="1" spc="-9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3128" b="1" spc="-9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ăn</a:t>
            </a:r>
            <a:r>
              <a:rPr lang="en-US" sz="3128" b="1" spc="-9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3128" b="1" spc="-9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từ</a:t>
            </a:r>
            <a:r>
              <a:rPr lang="en-US" sz="3128" b="1" spc="-9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3128" b="1" spc="-9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ảnh</a:t>
            </a:r>
            <a:r>
              <a:rPr lang="en-US" sz="3128" b="1" spc="-9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, </a:t>
            </a:r>
            <a:r>
              <a:rPr lang="en-US" sz="3128" b="1" spc="-9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thực</a:t>
            </a:r>
            <a:r>
              <a:rPr lang="en-US" sz="3128" b="1" spc="-9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3128" b="1" spc="-9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đơn</a:t>
            </a:r>
            <a:r>
              <a:rPr lang="en-US" sz="3128" b="1" spc="-9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3128" b="1" spc="-9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cá</a:t>
            </a:r>
            <a:r>
              <a:rPr lang="en-US" sz="3128" b="1" spc="-9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3128" b="1" spc="-9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nhân</a:t>
            </a:r>
            <a:r>
              <a:rPr lang="en-US" sz="3128" b="1" spc="-9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3128" b="1" spc="-9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hóa</a:t>
            </a:r>
            <a:r>
              <a:rPr lang="en-US" sz="3128" b="1" spc="-9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3128" b="1" spc="-9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và</a:t>
            </a:r>
            <a:r>
              <a:rPr lang="en-US" sz="3128" b="1" spc="-9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3128" b="1" spc="-9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gói</a:t>
            </a:r>
            <a:r>
              <a:rPr lang="en-US" sz="3128" b="1" spc="-9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3128" b="1" spc="-9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trả</a:t>
            </a:r>
            <a:r>
              <a:rPr lang="en-US" sz="3128" b="1" spc="-9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3128" b="1" spc="-9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phí</a:t>
            </a:r>
            <a:r>
              <a:rPr lang="en-US" sz="3128" b="1" spc="-9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. </a:t>
            </a:r>
            <a:r>
              <a:rPr lang="en-US" sz="3128" b="1" spc="-9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Đây</a:t>
            </a:r>
            <a:r>
              <a:rPr lang="en-US" sz="3128" b="1" spc="-9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3128" b="1" spc="-9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là</a:t>
            </a:r>
            <a:r>
              <a:rPr lang="en-US" sz="3128" b="1" spc="-9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3128" b="1" spc="-9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định</a:t>
            </a:r>
            <a:r>
              <a:rPr lang="en-US" sz="3128" b="1" spc="-9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3128" b="1" spc="-9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hướng</a:t>
            </a:r>
            <a:r>
              <a:rPr lang="en-US" sz="3128" b="1" spc="-9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3128" b="1" spc="-9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cho</a:t>
            </a:r>
            <a:r>
              <a:rPr lang="en-US" sz="3128" b="1" spc="-9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3128" b="1" spc="-9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các</a:t>
            </a:r>
            <a:r>
              <a:rPr lang="en-US" sz="3128" b="1" spc="-9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3128" b="1" spc="-9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bản</a:t>
            </a:r>
            <a:r>
              <a:rPr lang="en-US" sz="3128" b="1" spc="-9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3128" b="1" spc="-9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sau</a:t>
            </a:r>
            <a:r>
              <a:rPr lang="en-US" sz="3128" b="1" spc="-9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.</a:t>
            </a:r>
          </a:p>
        </p:txBody>
      </p:sp>
      <p:sp>
        <p:nvSpPr>
          <p:cNvPr id="6" name="Freeform 6"/>
          <p:cNvSpPr/>
          <p:nvPr/>
        </p:nvSpPr>
        <p:spPr>
          <a:xfrm>
            <a:off x="689081" y="2776725"/>
            <a:ext cx="9045560" cy="2208261"/>
          </a:xfrm>
          <a:custGeom>
            <a:avLst/>
            <a:gdLst/>
            <a:ahLst/>
            <a:cxnLst/>
            <a:rect l="l" t="t" r="r" b="b"/>
            <a:pathLst>
              <a:path w="9045560" h="2208261">
                <a:moveTo>
                  <a:pt x="0" y="0"/>
                </a:moveTo>
                <a:lnTo>
                  <a:pt x="9045560" y="0"/>
                </a:lnTo>
                <a:lnTo>
                  <a:pt x="9045560" y="2208261"/>
                </a:lnTo>
                <a:lnTo>
                  <a:pt x="0" y="220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83" r="-725" b="-742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901858" y="2771049"/>
            <a:ext cx="2421853" cy="2219830"/>
            <a:chOff x="0" y="0"/>
            <a:chExt cx="2812040" cy="2578839"/>
          </a:xfrm>
        </p:grpSpPr>
        <p:sp>
          <p:nvSpPr>
            <p:cNvPr id="8" name="Freeform 8"/>
            <p:cNvSpPr/>
            <p:nvPr/>
          </p:nvSpPr>
          <p:spPr>
            <a:xfrm>
              <a:off x="-14" y="-5779"/>
              <a:ext cx="2812062" cy="2590421"/>
            </a:xfrm>
            <a:custGeom>
              <a:avLst/>
              <a:gdLst/>
              <a:ahLst/>
              <a:cxnLst/>
              <a:rect l="l" t="t" r="r" b="b"/>
              <a:pathLst>
                <a:path w="2812062" h="2590421">
                  <a:moveTo>
                    <a:pt x="14" y="1295210"/>
                  </a:moveTo>
                  <a:lnTo>
                    <a:pt x="14" y="1295210"/>
                  </a:lnTo>
                  <a:cubicBezTo>
                    <a:pt x="-2239" y="833167"/>
                    <a:pt x="265252" y="405335"/>
                    <a:pt x="701201" y="173715"/>
                  </a:cubicBezTo>
                  <a:cubicBezTo>
                    <a:pt x="1137150" y="-57905"/>
                    <a:pt x="1674912" y="-57905"/>
                    <a:pt x="2110861" y="173715"/>
                  </a:cubicBezTo>
                  <a:cubicBezTo>
                    <a:pt x="2546810" y="405335"/>
                    <a:pt x="2814301" y="833167"/>
                    <a:pt x="2812048" y="1295210"/>
                  </a:cubicBezTo>
                  <a:cubicBezTo>
                    <a:pt x="2814301" y="1757253"/>
                    <a:pt x="2546810" y="2185085"/>
                    <a:pt x="2110861" y="2416705"/>
                  </a:cubicBezTo>
                  <a:cubicBezTo>
                    <a:pt x="1674912" y="2648325"/>
                    <a:pt x="1137150" y="2648325"/>
                    <a:pt x="701201" y="2416705"/>
                  </a:cubicBezTo>
                  <a:cubicBezTo>
                    <a:pt x="265252" y="2185085"/>
                    <a:pt x="-2239" y="1757253"/>
                    <a:pt x="14" y="1295210"/>
                  </a:cubicBezTo>
                  <a:close/>
                </a:path>
              </a:pathLst>
            </a:custGeom>
            <a:blipFill>
              <a:blip r:embed="rId5"/>
              <a:stretch>
                <a:fillRect l="-1559" t="477" r="-6831" b="-686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748688" y="3110802"/>
            <a:ext cx="2856955" cy="598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1"/>
              </a:lnSpc>
            </a:pPr>
            <a:r>
              <a:rPr lang="en-US" sz="3950" b="1" spc="-79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Gói</a:t>
            </a:r>
            <a:r>
              <a:rPr lang="en-US" sz="3950" b="1" spc="-79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3950" b="1" spc="-79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miễn</a:t>
            </a:r>
            <a:r>
              <a:rPr lang="en-US" sz="3950" b="1" spc="-79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3950" b="1" spc="-79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phí</a:t>
            </a:r>
            <a:r>
              <a:rPr lang="en-US" sz="3950" b="1" spc="-79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760704" y="3684658"/>
            <a:ext cx="4334320" cy="894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812" b="1" spc="-8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các</a:t>
            </a:r>
            <a:r>
              <a:rPr lang="en-US" sz="2812" b="1" spc="-8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812" b="1" spc="-8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công</a:t>
            </a:r>
            <a:r>
              <a:rPr lang="en-US" sz="2812" b="1" spc="-8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812" b="1" spc="-8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cụ</a:t>
            </a:r>
            <a:r>
              <a:rPr lang="en-US" sz="2812" b="1" spc="-8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812" b="1" spc="-8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sức</a:t>
            </a:r>
            <a:r>
              <a:rPr lang="en-US" sz="2812" b="1" spc="-8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812" b="1" spc="-8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khỏe</a:t>
            </a:r>
            <a:r>
              <a:rPr lang="en-US" sz="2812" b="1" spc="-8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812" b="1" spc="-8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cơ</a:t>
            </a:r>
            <a:r>
              <a:rPr lang="en-US" sz="2812" b="1" spc="-8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812" b="1" spc="-8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bản</a:t>
            </a:r>
            <a:r>
              <a:rPr lang="en-US" sz="2812" b="1" spc="-8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,</a:t>
            </a:r>
          </a:p>
          <a:p>
            <a:pPr algn="l">
              <a:lnSpc>
                <a:spcPts val="3655"/>
              </a:lnSpc>
            </a:pPr>
            <a:r>
              <a:rPr lang="en-US" sz="2812" b="1" spc="-8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có</a:t>
            </a:r>
            <a:r>
              <a:rPr lang="en-US" sz="2812" b="1" spc="-8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812" b="1" spc="-8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giá</a:t>
            </a:r>
            <a:r>
              <a:rPr lang="en-US" sz="2812" b="1" spc="-8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812" b="1" spc="-8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trị</a:t>
            </a:r>
            <a:r>
              <a:rPr lang="en-US" sz="2812" b="1" spc="-8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812" b="1" spc="-8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sử</a:t>
            </a:r>
            <a:r>
              <a:rPr lang="en-US" sz="2812" b="1" spc="-8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812" b="1" spc="-8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dụng</a:t>
            </a:r>
            <a:r>
              <a:rPr lang="en-US" sz="2812" b="1" spc="-8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812" b="1" spc="-8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thực</a:t>
            </a:r>
            <a:r>
              <a:rPr lang="en-US" sz="2812" b="1" spc="-8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812" b="1" spc="-8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tế</a:t>
            </a:r>
            <a:r>
              <a:rPr lang="en-US" sz="2812" b="1" spc="-8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.</a:t>
            </a:r>
          </a:p>
        </p:txBody>
      </p:sp>
      <p:sp>
        <p:nvSpPr>
          <p:cNvPr id="11" name="Freeform 11"/>
          <p:cNvSpPr/>
          <p:nvPr/>
        </p:nvSpPr>
        <p:spPr>
          <a:xfrm>
            <a:off x="689081" y="5159898"/>
            <a:ext cx="9067435" cy="2164533"/>
          </a:xfrm>
          <a:custGeom>
            <a:avLst/>
            <a:gdLst/>
            <a:ahLst/>
            <a:cxnLst/>
            <a:rect l="l" t="t" r="r" b="b"/>
            <a:pathLst>
              <a:path w="9067435" h="2164533">
                <a:moveTo>
                  <a:pt x="0" y="0"/>
                </a:moveTo>
                <a:lnTo>
                  <a:pt x="9067436" y="0"/>
                </a:lnTo>
                <a:lnTo>
                  <a:pt x="9067436" y="2164533"/>
                </a:lnTo>
                <a:lnTo>
                  <a:pt x="0" y="21645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82" t="-1010" r="-482" b="-85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907837" y="5170830"/>
            <a:ext cx="2417254" cy="2164533"/>
          </a:xfrm>
          <a:custGeom>
            <a:avLst/>
            <a:gdLst/>
            <a:ahLst/>
            <a:cxnLst/>
            <a:rect l="l" t="t" r="r" b="b"/>
            <a:pathLst>
              <a:path w="2417254" h="2164533">
                <a:moveTo>
                  <a:pt x="0" y="0"/>
                </a:moveTo>
                <a:lnTo>
                  <a:pt x="2417254" y="0"/>
                </a:lnTo>
                <a:lnTo>
                  <a:pt x="2417254" y="2164533"/>
                </a:lnTo>
                <a:lnTo>
                  <a:pt x="0" y="21645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09" t="-1515" r="-6787" b="-80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3756455" y="5430171"/>
            <a:ext cx="2080291" cy="598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1"/>
              </a:lnSpc>
            </a:pPr>
            <a:r>
              <a:rPr lang="en-US" sz="3950" b="1" spc="-79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Premium: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50224" y="6028459"/>
            <a:ext cx="5382240" cy="851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679" b="1" spc="-79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tiện</a:t>
            </a:r>
            <a:r>
              <a:rPr lang="en-US" sz="2679" b="1" spc="-79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679" b="1" spc="-79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ích</a:t>
            </a:r>
            <a:r>
              <a:rPr lang="en-US" sz="2679" b="1" spc="-79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679" b="1" spc="-79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nâng</a:t>
            </a:r>
            <a:r>
              <a:rPr lang="en-US" sz="2679" b="1" spc="-79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679" b="1" spc="-79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cao</a:t>
            </a:r>
            <a:r>
              <a:rPr lang="en-US" sz="2679" b="1" spc="-79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679" b="1" spc="-79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và</a:t>
            </a:r>
            <a:r>
              <a:rPr lang="en-US" sz="2679" b="1" spc="-79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679" b="1" spc="-79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báo</a:t>
            </a:r>
            <a:r>
              <a:rPr lang="en-US" sz="2679" b="1" spc="-79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679" b="1" spc="-79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cáo</a:t>
            </a:r>
            <a:endParaRPr lang="en-US" sz="2679" b="1" spc="-79" dirty="0">
              <a:solidFill>
                <a:srgbClr val="09485A"/>
              </a:solidFill>
              <a:latin typeface="Asap Bold"/>
              <a:ea typeface="Asap Bold"/>
              <a:cs typeface="Asap Bold"/>
              <a:sym typeface="Asap Bold"/>
            </a:endParaRPr>
          </a:p>
          <a:p>
            <a:pPr algn="l">
              <a:lnSpc>
                <a:spcPts val="3483"/>
              </a:lnSpc>
            </a:pPr>
            <a:r>
              <a:rPr lang="en-US" sz="2679" b="1" spc="-79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chuyên</a:t>
            </a:r>
            <a:r>
              <a:rPr lang="en-US" sz="2679" b="1" spc="-79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679" b="1" spc="-79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sâu</a:t>
            </a:r>
            <a:r>
              <a:rPr lang="en-US" sz="2679" b="1" spc="-79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679" b="1" spc="-79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theo</a:t>
            </a:r>
            <a:r>
              <a:rPr lang="en-US" sz="2679" b="1" spc="-79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679" b="1" spc="-79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gói</a:t>
            </a:r>
            <a:r>
              <a:rPr lang="en-US" sz="2679" b="1" spc="-79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679" b="1" spc="-79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tháng</a:t>
            </a:r>
            <a:r>
              <a:rPr lang="en-US" sz="2679" b="1" spc="-79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679" b="1" spc="-79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hoặc</a:t>
            </a:r>
            <a:r>
              <a:rPr lang="en-US" sz="2679" b="1" spc="-79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679" b="1" spc="-79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năm</a:t>
            </a:r>
            <a:r>
              <a:rPr lang="en-US" sz="2679" b="1" spc="-79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.</a:t>
            </a:r>
          </a:p>
        </p:txBody>
      </p:sp>
      <p:sp>
        <p:nvSpPr>
          <p:cNvPr id="15" name="Freeform 15"/>
          <p:cNvSpPr/>
          <p:nvPr/>
        </p:nvSpPr>
        <p:spPr>
          <a:xfrm>
            <a:off x="689081" y="7532139"/>
            <a:ext cx="9056498" cy="2284785"/>
          </a:xfrm>
          <a:custGeom>
            <a:avLst/>
            <a:gdLst/>
            <a:ahLst/>
            <a:cxnLst/>
            <a:rect l="l" t="t" r="r" b="b"/>
            <a:pathLst>
              <a:path w="9056498" h="2284785">
                <a:moveTo>
                  <a:pt x="0" y="0"/>
                </a:moveTo>
                <a:lnTo>
                  <a:pt x="9056498" y="0"/>
                </a:lnTo>
                <a:lnTo>
                  <a:pt x="9056498" y="2284786"/>
                </a:lnTo>
                <a:lnTo>
                  <a:pt x="0" y="22847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83" t="-1435" r="-603" b="-191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674783" y="7536245"/>
            <a:ext cx="2846079" cy="2317639"/>
            <a:chOff x="0" y="0"/>
            <a:chExt cx="3304614" cy="2692468"/>
          </a:xfrm>
        </p:grpSpPr>
        <p:sp>
          <p:nvSpPr>
            <p:cNvPr id="17" name="Freeform 17"/>
            <p:cNvSpPr/>
            <p:nvPr/>
          </p:nvSpPr>
          <p:spPr>
            <a:xfrm>
              <a:off x="-17" y="-6086"/>
              <a:ext cx="3304700" cy="2704571"/>
            </a:xfrm>
            <a:custGeom>
              <a:avLst/>
              <a:gdLst/>
              <a:ahLst/>
              <a:cxnLst/>
              <a:rect l="l" t="t" r="r" b="b"/>
              <a:pathLst>
                <a:path w="3304700" h="2704571">
                  <a:moveTo>
                    <a:pt x="17" y="1352286"/>
                  </a:moveTo>
                  <a:cubicBezTo>
                    <a:pt x="-2631" y="869882"/>
                    <a:pt x="311722" y="423197"/>
                    <a:pt x="824043" y="181370"/>
                  </a:cubicBezTo>
                  <a:cubicBezTo>
                    <a:pt x="1336365" y="-60456"/>
                    <a:pt x="1968336" y="-60456"/>
                    <a:pt x="2480658" y="181370"/>
                  </a:cubicBezTo>
                  <a:cubicBezTo>
                    <a:pt x="2992979" y="423197"/>
                    <a:pt x="3307332" y="869882"/>
                    <a:pt x="3304684" y="1352286"/>
                  </a:cubicBezTo>
                  <a:cubicBezTo>
                    <a:pt x="3307332" y="1834690"/>
                    <a:pt x="2992979" y="2281375"/>
                    <a:pt x="2480658" y="2523202"/>
                  </a:cubicBezTo>
                  <a:cubicBezTo>
                    <a:pt x="1968336" y="2765028"/>
                    <a:pt x="1336365" y="2765028"/>
                    <a:pt x="824043" y="2523202"/>
                  </a:cubicBezTo>
                  <a:cubicBezTo>
                    <a:pt x="311722" y="2281375"/>
                    <a:pt x="-2631" y="1834690"/>
                    <a:pt x="17" y="1352286"/>
                  </a:cubicBezTo>
                  <a:close/>
                </a:path>
              </a:pathLst>
            </a:custGeom>
            <a:blipFill>
              <a:blip r:embed="rId9"/>
              <a:stretch>
                <a:fillRect l="-1034" t="-1360" r="1116" b="-6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878980" y="7839906"/>
            <a:ext cx="3222340" cy="598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1"/>
              </a:lnSpc>
            </a:pPr>
            <a:r>
              <a:rPr lang="en-US" sz="3950" b="1" spc="-79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Tặng</a:t>
            </a:r>
            <a:r>
              <a:rPr lang="en-US" sz="3950" b="1" spc="-79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3950" b="1" spc="-79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sức</a:t>
            </a:r>
            <a:r>
              <a:rPr lang="en-US" sz="3950" b="1" spc="-79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3950" b="1" spc="-79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khỏe</a:t>
            </a:r>
            <a:r>
              <a:rPr lang="en-US" sz="3950" b="1" spc="-79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871456" y="8398701"/>
            <a:ext cx="3974715" cy="894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812" b="1" spc="-8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mỗi</a:t>
            </a:r>
            <a:r>
              <a:rPr lang="en-US" sz="2812" b="1" spc="-8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812" b="1" spc="-8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gói</a:t>
            </a:r>
            <a:r>
              <a:rPr lang="en-US" sz="2812" b="1" spc="-8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812" b="1" spc="-8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năm</a:t>
            </a:r>
            <a:r>
              <a:rPr lang="en-US" sz="2812" b="1" spc="-8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812" b="1" spc="-8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trao</a:t>
            </a:r>
            <a:r>
              <a:rPr lang="en-US" sz="2812" b="1" spc="-8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812" b="1" spc="-8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một</a:t>
            </a:r>
            <a:r>
              <a:rPr lang="en-US" sz="2812" b="1" spc="-8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812" b="1" spc="-8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suất</a:t>
            </a:r>
            <a:endParaRPr lang="en-US" sz="2812" b="1" spc="-83" dirty="0">
              <a:solidFill>
                <a:srgbClr val="09485A"/>
              </a:solidFill>
              <a:latin typeface="Asap Bold"/>
              <a:ea typeface="Asap Bold"/>
              <a:cs typeface="Asap Bold"/>
              <a:sym typeface="Asap Bold"/>
            </a:endParaRPr>
          </a:p>
          <a:p>
            <a:pPr algn="l">
              <a:lnSpc>
                <a:spcPts val="3655"/>
              </a:lnSpc>
            </a:pPr>
            <a:r>
              <a:rPr lang="en-US" sz="2812" b="1" spc="-8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Premium </a:t>
            </a:r>
            <a:r>
              <a:rPr lang="en-US" sz="2812" b="1" spc="-8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cho</a:t>
            </a:r>
            <a:r>
              <a:rPr lang="en-US" sz="2812" b="1" spc="-8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812" b="1" spc="-8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người</a:t>
            </a:r>
            <a:r>
              <a:rPr lang="en-US" sz="2812" b="1" spc="-8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812" b="1" spc="-83" dirty="0" err="1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cần</a:t>
            </a:r>
            <a:r>
              <a:rPr lang="en-US" sz="2812" b="1" spc="-83" dirty="0">
                <a:solidFill>
                  <a:srgbClr val="09485A"/>
                </a:solidFill>
                <a:latin typeface="Asap Bold"/>
                <a:ea typeface="Asap Bold"/>
                <a:cs typeface="Asap Bold"/>
                <a:sym typeface="Asap Bold"/>
              </a:rPr>
              <a:t>.</a:t>
            </a:r>
          </a:p>
        </p:txBody>
      </p: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10025100" y="2124614"/>
            <a:ext cx="2879548" cy="3015695"/>
            <a:chOff x="0" y="0"/>
            <a:chExt cx="3343475" cy="3503418"/>
          </a:xfrm>
        </p:grpSpPr>
        <p:sp>
          <p:nvSpPr>
            <p:cNvPr id="21" name="Freeform 21"/>
            <p:cNvSpPr/>
            <p:nvPr/>
          </p:nvSpPr>
          <p:spPr>
            <a:xfrm>
              <a:off x="-17" y="-7851"/>
              <a:ext cx="3343436" cy="3519125"/>
            </a:xfrm>
            <a:custGeom>
              <a:avLst/>
              <a:gdLst/>
              <a:ahLst/>
              <a:cxnLst/>
              <a:rect l="l" t="t" r="r" b="b"/>
              <a:pathLst>
                <a:path w="3343436" h="3519125">
                  <a:moveTo>
                    <a:pt x="17" y="1759562"/>
                  </a:moveTo>
                  <a:cubicBezTo>
                    <a:pt x="-2662" y="1131870"/>
                    <a:pt x="315375" y="550653"/>
                    <a:pt x="833702" y="235994"/>
                  </a:cubicBezTo>
                  <a:cubicBezTo>
                    <a:pt x="1352029" y="-78665"/>
                    <a:pt x="1991408" y="-78665"/>
                    <a:pt x="2509734" y="235994"/>
                  </a:cubicBezTo>
                  <a:cubicBezTo>
                    <a:pt x="3028061" y="550653"/>
                    <a:pt x="3346098" y="1131870"/>
                    <a:pt x="3343419" y="1759562"/>
                  </a:cubicBezTo>
                  <a:cubicBezTo>
                    <a:pt x="3346098" y="2387254"/>
                    <a:pt x="3028061" y="2968470"/>
                    <a:pt x="2509734" y="3283130"/>
                  </a:cubicBezTo>
                  <a:cubicBezTo>
                    <a:pt x="1991408" y="3597789"/>
                    <a:pt x="1352029" y="3597789"/>
                    <a:pt x="833702" y="3283130"/>
                  </a:cubicBezTo>
                  <a:cubicBezTo>
                    <a:pt x="315375" y="2968470"/>
                    <a:pt x="-2662" y="2387254"/>
                    <a:pt x="17" y="1759562"/>
                  </a:cubicBezTo>
                  <a:close/>
                </a:path>
              </a:pathLst>
            </a:custGeom>
            <a:blipFill>
              <a:blip r:embed="rId10"/>
              <a:stretch>
                <a:fillRect l="-590" t="-6398" r="-5767" b="-6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14981626" y="2132032"/>
            <a:ext cx="3036467" cy="3046351"/>
            <a:chOff x="0" y="0"/>
            <a:chExt cx="3525675" cy="3539033"/>
          </a:xfrm>
        </p:grpSpPr>
        <p:sp>
          <p:nvSpPr>
            <p:cNvPr id="23" name="Freeform 23"/>
            <p:cNvSpPr/>
            <p:nvPr/>
          </p:nvSpPr>
          <p:spPr>
            <a:xfrm>
              <a:off x="-64" y="-15026"/>
              <a:ext cx="3525775" cy="3569034"/>
            </a:xfrm>
            <a:custGeom>
              <a:avLst/>
              <a:gdLst/>
              <a:ahLst/>
              <a:cxnLst/>
              <a:rect l="l" t="t" r="r" b="b"/>
              <a:pathLst>
                <a:path w="3525775" h="3569034">
                  <a:moveTo>
                    <a:pt x="64" y="1784517"/>
                  </a:moveTo>
                  <a:cubicBezTo>
                    <a:pt x="-5315" y="1148781"/>
                    <a:pt x="329496" y="559014"/>
                    <a:pt x="877126" y="239577"/>
                  </a:cubicBezTo>
                  <a:cubicBezTo>
                    <a:pt x="1424755" y="-79859"/>
                    <a:pt x="2101019" y="-79859"/>
                    <a:pt x="2648649" y="239577"/>
                  </a:cubicBezTo>
                  <a:cubicBezTo>
                    <a:pt x="3196278" y="559014"/>
                    <a:pt x="3531090" y="1148781"/>
                    <a:pt x="3525711" y="1784517"/>
                  </a:cubicBezTo>
                  <a:cubicBezTo>
                    <a:pt x="3531090" y="2420253"/>
                    <a:pt x="3196278" y="3010020"/>
                    <a:pt x="2648649" y="3329457"/>
                  </a:cubicBezTo>
                  <a:cubicBezTo>
                    <a:pt x="2101019" y="3648893"/>
                    <a:pt x="1424755" y="3648893"/>
                    <a:pt x="877126" y="3329457"/>
                  </a:cubicBezTo>
                  <a:cubicBezTo>
                    <a:pt x="329496" y="3010020"/>
                    <a:pt x="-5315" y="2420253"/>
                    <a:pt x="64" y="1784517"/>
                  </a:cubicBezTo>
                  <a:close/>
                </a:path>
              </a:pathLst>
            </a:custGeom>
            <a:blipFill>
              <a:blip r:embed="rId11"/>
              <a:stretch>
                <a:fillRect l="-6017" t="-6349" r="-2043" b="137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Freeform 24"/>
          <p:cNvSpPr/>
          <p:nvPr/>
        </p:nvSpPr>
        <p:spPr>
          <a:xfrm>
            <a:off x="13376928" y="2656473"/>
            <a:ext cx="1257847" cy="852695"/>
          </a:xfrm>
          <a:custGeom>
            <a:avLst/>
            <a:gdLst/>
            <a:ahLst/>
            <a:cxnLst/>
            <a:rect l="l" t="t" r="r" b="b"/>
            <a:pathLst>
              <a:path w="1257847" h="852695">
                <a:moveTo>
                  <a:pt x="0" y="0"/>
                </a:moveTo>
                <a:lnTo>
                  <a:pt x="1257847" y="0"/>
                </a:lnTo>
                <a:lnTo>
                  <a:pt x="1257847" y="852695"/>
                </a:lnTo>
                <a:lnTo>
                  <a:pt x="0" y="8526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7826" t="-10256" r="-13913" b="-16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1648756" y="4722618"/>
            <a:ext cx="1301598" cy="1071335"/>
          </a:xfrm>
          <a:custGeom>
            <a:avLst/>
            <a:gdLst/>
            <a:ahLst/>
            <a:cxnLst/>
            <a:rect l="l" t="t" r="r" b="b"/>
            <a:pathLst>
              <a:path w="1301598" h="1071335">
                <a:moveTo>
                  <a:pt x="0" y="0"/>
                </a:moveTo>
                <a:lnTo>
                  <a:pt x="1301598" y="0"/>
                </a:lnTo>
                <a:lnTo>
                  <a:pt x="1301598" y="1071335"/>
                </a:lnTo>
                <a:lnTo>
                  <a:pt x="0" y="107133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9243" t="-1020" r="-924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4623837" y="4733550"/>
            <a:ext cx="1301598" cy="1060403"/>
          </a:xfrm>
          <a:custGeom>
            <a:avLst/>
            <a:gdLst/>
            <a:ahLst/>
            <a:cxnLst/>
            <a:rect l="l" t="t" r="r" b="b"/>
            <a:pathLst>
              <a:path w="1301598" h="1060403">
                <a:moveTo>
                  <a:pt x="0" y="0"/>
                </a:moveTo>
                <a:lnTo>
                  <a:pt x="1301598" y="0"/>
                </a:lnTo>
                <a:lnTo>
                  <a:pt x="1301598" y="1060403"/>
                </a:lnTo>
                <a:lnTo>
                  <a:pt x="0" y="106040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3361" t="-2061" r="-142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2873789" y="3804332"/>
            <a:ext cx="1815675" cy="2896977"/>
          </a:xfrm>
          <a:custGeom>
            <a:avLst/>
            <a:gdLst/>
            <a:ahLst/>
            <a:cxnLst/>
            <a:rect l="l" t="t" r="r" b="b"/>
            <a:pathLst>
              <a:path w="1815675" h="2896977">
                <a:moveTo>
                  <a:pt x="0" y="0"/>
                </a:moveTo>
                <a:lnTo>
                  <a:pt x="1815675" y="0"/>
                </a:lnTo>
                <a:lnTo>
                  <a:pt x="1815675" y="2896976"/>
                </a:lnTo>
                <a:lnTo>
                  <a:pt x="0" y="289697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807" t="-5660" r="-6626" b="-566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4645713" y="5914205"/>
            <a:ext cx="1104718" cy="1366498"/>
          </a:xfrm>
          <a:custGeom>
            <a:avLst/>
            <a:gdLst/>
            <a:ahLst/>
            <a:cxnLst/>
            <a:rect l="l" t="t" r="r" b="b"/>
            <a:pathLst>
              <a:path w="1104718" h="1366498">
                <a:moveTo>
                  <a:pt x="0" y="0"/>
                </a:moveTo>
                <a:lnTo>
                  <a:pt x="1104718" y="0"/>
                </a:lnTo>
                <a:lnTo>
                  <a:pt x="1104718" y="1366499"/>
                </a:lnTo>
                <a:lnTo>
                  <a:pt x="0" y="136649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5940" t="-9600" r="-13861" b="-8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9745579" y="6100049"/>
            <a:ext cx="2056306" cy="2689269"/>
          </a:xfrm>
          <a:custGeom>
            <a:avLst/>
            <a:gdLst/>
            <a:ahLst/>
            <a:cxnLst/>
            <a:rect l="l" t="t" r="r" b="b"/>
            <a:pathLst>
              <a:path w="2056306" h="2689269">
                <a:moveTo>
                  <a:pt x="0" y="0"/>
                </a:moveTo>
                <a:lnTo>
                  <a:pt x="2056306" y="0"/>
                </a:lnTo>
                <a:lnTo>
                  <a:pt x="2056306" y="2689269"/>
                </a:lnTo>
                <a:lnTo>
                  <a:pt x="0" y="26892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8510" t="-4065" r="-851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16570766" y="5138034"/>
            <a:ext cx="1717234" cy="3651284"/>
          </a:xfrm>
          <a:custGeom>
            <a:avLst/>
            <a:gdLst/>
            <a:ahLst/>
            <a:cxnLst/>
            <a:rect l="l" t="t" r="r" b="b"/>
            <a:pathLst>
              <a:path w="1717234" h="3651284">
                <a:moveTo>
                  <a:pt x="0" y="0"/>
                </a:moveTo>
                <a:lnTo>
                  <a:pt x="1717234" y="0"/>
                </a:lnTo>
                <a:lnTo>
                  <a:pt x="1717234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1910" t="-59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12195646" y="6777832"/>
            <a:ext cx="4309493" cy="3214004"/>
          </a:xfrm>
          <a:custGeom>
            <a:avLst/>
            <a:gdLst/>
            <a:ahLst/>
            <a:cxnLst/>
            <a:rect l="l" t="t" r="r" b="b"/>
            <a:pathLst>
              <a:path w="4309493" h="3214004">
                <a:moveTo>
                  <a:pt x="0" y="0"/>
                </a:moveTo>
                <a:lnTo>
                  <a:pt x="4309493" y="0"/>
                </a:lnTo>
                <a:lnTo>
                  <a:pt x="4309493" y="3214004"/>
                </a:lnTo>
                <a:lnTo>
                  <a:pt x="0" y="321400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253" t="-4421" r="-1015" b="-272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9690890" y="8592542"/>
            <a:ext cx="8597110" cy="1694458"/>
          </a:xfrm>
          <a:custGeom>
            <a:avLst/>
            <a:gdLst/>
            <a:ahLst/>
            <a:cxnLst/>
            <a:rect l="l" t="t" r="r" b="b"/>
            <a:pathLst>
              <a:path w="8597110" h="1694458">
                <a:moveTo>
                  <a:pt x="0" y="0"/>
                </a:moveTo>
                <a:lnTo>
                  <a:pt x="8597110" y="0"/>
                </a:lnTo>
                <a:lnTo>
                  <a:pt x="8597110" y="1694458"/>
                </a:lnTo>
                <a:lnTo>
                  <a:pt x="0" y="169445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1399" t="-1290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/>
      <p:bldP spid="14" grpId="0"/>
      <p:bldP spid="18" grpId="0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717617" y="0"/>
            <a:ext cx="2570383" cy="7040200"/>
          </a:xfrm>
          <a:custGeom>
            <a:avLst/>
            <a:gdLst/>
            <a:ahLst/>
            <a:cxnLst/>
            <a:rect l="l" t="t" r="r" b="b"/>
            <a:pathLst>
              <a:path w="2570383" h="7040200">
                <a:moveTo>
                  <a:pt x="0" y="0"/>
                </a:moveTo>
                <a:lnTo>
                  <a:pt x="2570383" y="0"/>
                </a:lnTo>
                <a:lnTo>
                  <a:pt x="2570383" y="7040200"/>
                </a:lnTo>
                <a:lnTo>
                  <a:pt x="0" y="7040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02" b="-46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6023525"/>
            <a:ext cx="18288000" cy="4263475"/>
          </a:xfrm>
          <a:custGeom>
            <a:avLst/>
            <a:gdLst/>
            <a:ahLst/>
            <a:cxnLst/>
            <a:rect l="l" t="t" r="r" b="b"/>
            <a:pathLst>
              <a:path w="18288000" h="4263475">
                <a:moveTo>
                  <a:pt x="0" y="0"/>
                </a:moveTo>
                <a:lnTo>
                  <a:pt x="18288000" y="0"/>
                </a:lnTo>
                <a:lnTo>
                  <a:pt x="18288000" y="4263475"/>
                </a:lnTo>
                <a:lnTo>
                  <a:pt x="0" y="4263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7149520"/>
            <a:ext cx="2176622" cy="3137480"/>
          </a:xfrm>
          <a:custGeom>
            <a:avLst/>
            <a:gdLst/>
            <a:ahLst/>
            <a:cxnLst/>
            <a:rect l="l" t="t" r="r" b="b"/>
            <a:pathLst>
              <a:path w="2176622" h="3137480">
                <a:moveTo>
                  <a:pt x="0" y="0"/>
                </a:moveTo>
                <a:lnTo>
                  <a:pt x="2176622" y="0"/>
                </a:lnTo>
                <a:lnTo>
                  <a:pt x="2176622" y="3137480"/>
                </a:lnTo>
                <a:lnTo>
                  <a:pt x="0" y="31374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787" r="-5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837742" y="349824"/>
            <a:ext cx="3707914" cy="3509168"/>
          </a:xfrm>
          <a:custGeom>
            <a:avLst/>
            <a:gdLst/>
            <a:ahLst/>
            <a:cxnLst/>
            <a:rect l="l" t="t" r="r" b="b"/>
            <a:pathLst>
              <a:path w="3707914" h="3509168">
                <a:moveTo>
                  <a:pt x="0" y="0"/>
                </a:moveTo>
                <a:lnTo>
                  <a:pt x="3707914" y="0"/>
                </a:lnTo>
                <a:lnTo>
                  <a:pt x="3707914" y="3509167"/>
                </a:lnTo>
                <a:lnTo>
                  <a:pt x="0" y="35091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539" t="-4049" r="-23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2589407" y="546599"/>
            <a:ext cx="2439129" cy="2525289"/>
          </a:xfrm>
          <a:custGeom>
            <a:avLst/>
            <a:gdLst/>
            <a:ahLst/>
            <a:cxnLst/>
            <a:rect l="l" t="t" r="r" b="b"/>
            <a:pathLst>
              <a:path w="2439129" h="2525289">
                <a:moveTo>
                  <a:pt x="0" y="0"/>
                </a:moveTo>
                <a:lnTo>
                  <a:pt x="2439129" y="0"/>
                </a:lnTo>
                <a:lnTo>
                  <a:pt x="2439129" y="2525289"/>
                </a:lnTo>
                <a:lnTo>
                  <a:pt x="0" y="25252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623" t="-4761" b="-606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142574" y="1770982"/>
            <a:ext cx="3817292" cy="4088563"/>
          </a:xfrm>
          <a:custGeom>
            <a:avLst/>
            <a:gdLst/>
            <a:ahLst/>
            <a:cxnLst/>
            <a:rect l="l" t="t" r="r" b="b"/>
            <a:pathLst>
              <a:path w="3817292" h="4088563">
                <a:moveTo>
                  <a:pt x="0" y="0"/>
                </a:moveTo>
                <a:lnTo>
                  <a:pt x="3817292" y="0"/>
                </a:lnTo>
                <a:lnTo>
                  <a:pt x="3817292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1604" r="-3151" b="-347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455110" y="2623677"/>
            <a:ext cx="2034431" cy="2525289"/>
          </a:xfrm>
          <a:custGeom>
            <a:avLst/>
            <a:gdLst/>
            <a:ahLst/>
            <a:cxnLst/>
            <a:rect l="l" t="t" r="r" b="b"/>
            <a:pathLst>
              <a:path w="2034431" h="2525289">
                <a:moveTo>
                  <a:pt x="0" y="0"/>
                </a:moveTo>
                <a:lnTo>
                  <a:pt x="2034431" y="0"/>
                </a:lnTo>
                <a:lnTo>
                  <a:pt x="2034431" y="2525289"/>
                </a:lnTo>
                <a:lnTo>
                  <a:pt x="0" y="252528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0752" t="-2164" r="-752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7831464" y="3410780"/>
            <a:ext cx="3620411" cy="3082820"/>
          </a:xfrm>
          <a:custGeom>
            <a:avLst/>
            <a:gdLst/>
            <a:ahLst/>
            <a:cxnLst/>
            <a:rect l="l" t="t" r="r" b="b"/>
            <a:pathLst>
              <a:path w="3620411" h="3082820">
                <a:moveTo>
                  <a:pt x="0" y="0"/>
                </a:moveTo>
                <a:lnTo>
                  <a:pt x="3620412" y="0"/>
                </a:lnTo>
                <a:lnTo>
                  <a:pt x="3620412" y="3082820"/>
                </a:lnTo>
                <a:lnTo>
                  <a:pt x="0" y="30828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042" t="-6382" r="-2416" b="-49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270447" y="2880579"/>
            <a:ext cx="18288000" cy="7226044"/>
          </a:xfrm>
          <a:custGeom>
            <a:avLst/>
            <a:gdLst/>
            <a:ahLst/>
            <a:cxnLst/>
            <a:rect l="l" t="t" r="r" b="b"/>
            <a:pathLst>
              <a:path w="18288000" h="7226044">
                <a:moveTo>
                  <a:pt x="0" y="0"/>
                </a:moveTo>
                <a:lnTo>
                  <a:pt x="18288000" y="0"/>
                </a:lnTo>
                <a:lnTo>
                  <a:pt x="18288000" y="7226043"/>
                </a:lnTo>
                <a:lnTo>
                  <a:pt x="0" y="722604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9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2723512" y="8319242"/>
            <a:ext cx="4211053" cy="1541410"/>
          </a:xfrm>
          <a:custGeom>
            <a:avLst/>
            <a:gdLst/>
            <a:ahLst/>
            <a:cxnLst/>
            <a:rect l="l" t="t" r="r" b="b"/>
            <a:pathLst>
              <a:path w="4211053" h="1541410">
                <a:moveTo>
                  <a:pt x="0" y="0"/>
                </a:moveTo>
                <a:lnTo>
                  <a:pt x="4211053" y="0"/>
                </a:lnTo>
                <a:lnTo>
                  <a:pt x="4211053" y="1541410"/>
                </a:lnTo>
                <a:lnTo>
                  <a:pt x="0" y="154141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857" t="-12056" r="-77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6045751" y="7761711"/>
            <a:ext cx="1378163" cy="2175465"/>
          </a:xfrm>
          <a:custGeom>
            <a:avLst/>
            <a:gdLst/>
            <a:ahLst/>
            <a:cxnLst/>
            <a:rect l="l" t="t" r="r" b="b"/>
            <a:pathLst>
              <a:path w="1378163" h="2175465">
                <a:moveTo>
                  <a:pt x="0" y="0"/>
                </a:moveTo>
                <a:lnTo>
                  <a:pt x="1378163" y="0"/>
                </a:lnTo>
                <a:lnTo>
                  <a:pt x="1378163" y="2175465"/>
                </a:lnTo>
                <a:lnTo>
                  <a:pt x="0" y="217546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1111" t="-2512" b="-653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837306" y="215154"/>
            <a:ext cx="10253057" cy="2247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18"/>
              </a:lnSpc>
            </a:pPr>
            <a:r>
              <a:rPr lang="en-US" sz="7430" spc="-148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Gói</a:t>
            </a:r>
            <a:r>
              <a:rPr lang="en-US" sz="7430" spc="-148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7430" spc="-148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miễn</a:t>
            </a:r>
            <a:r>
              <a:rPr lang="en-US" sz="7430" spc="-148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7430" spc="-148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phí</a:t>
            </a:r>
            <a:r>
              <a:rPr lang="en-US" sz="7430" spc="-148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:</a:t>
            </a:r>
          </a:p>
          <a:p>
            <a:pPr algn="l">
              <a:lnSpc>
                <a:spcPts val="8918"/>
              </a:lnSpc>
            </a:pPr>
            <a:r>
              <a:rPr lang="en-US" sz="7430" spc="-148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chăm</a:t>
            </a:r>
            <a:r>
              <a:rPr lang="en-US" sz="7430" spc="-148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7430" spc="-148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sóc</a:t>
            </a:r>
            <a:r>
              <a:rPr lang="en-US" sz="7430" spc="-148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7430" spc="-148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thiết</a:t>
            </a:r>
            <a:r>
              <a:rPr lang="en-US" sz="7430" spc="-148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7430" spc="-148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yếu</a:t>
            </a:r>
            <a:endParaRPr lang="en-US" sz="7430" spc="-148" dirty="0">
              <a:solidFill>
                <a:srgbClr val="05596B"/>
              </a:solidFill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72380" y="2577165"/>
            <a:ext cx="8417737" cy="1895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0987" lvl="1" indent="-340493" algn="l">
              <a:lnSpc>
                <a:spcPts val="3787"/>
              </a:lnSpc>
              <a:buFont typeface="Arial"/>
              <a:buChar char="•"/>
            </a:pP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Theo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dõi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giấc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ngủ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và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nhận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nhắc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uống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nước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.</a:t>
            </a:r>
          </a:p>
          <a:p>
            <a:pPr marL="680987" lvl="1" indent="-340493" algn="l">
              <a:lnSpc>
                <a:spcPts val="3787"/>
              </a:lnSpc>
              <a:buFont typeface="Arial"/>
              <a:buChar char="•"/>
            </a:pP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Ghi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bữa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ăn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từ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danh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sách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hơn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300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món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ăn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Việt Nam.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2380" y="4586860"/>
            <a:ext cx="7092811" cy="942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0987" lvl="1" indent="-340493" algn="l">
              <a:lnSpc>
                <a:spcPts val="3787"/>
              </a:lnSpc>
              <a:buFont typeface="Arial"/>
              <a:buChar char="•"/>
            </a:pP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Quản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lý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việc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cần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làm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, Pomodoro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và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thói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quen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tốt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.</a:t>
            </a:r>
          </a:p>
        </p:txBody>
      </p:sp>
      <p:sp>
        <p:nvSpPr>
          <p:cNvPr id="17" name="Freeform 17"/>
          <p:cNvSpPr/>
          <p:nvPr/>
        </p:nvSpPr>
        <p:spPr>
          <a:xfrm>
            <a:off x="634392" y="5632744"/>
            <a:ext cx="6836124" cy="2448765"/>
          </a:xfrm>
          <a:custGeom>
            <a:avLst/>
            <a:gdLst/>
            <a:ahLst/>
            <a:cxnLst/>
            <a:rect l="l" t="t" r="r" b="b"/>
            <a:pathLst>
              <a:path w="6836124" h="2448765">
                <a:moveTo>
                  <a:pt x="0" y="0"/>
                </a:moveTo>
                <a:lnTo>
                  <a:pt x="6836125" y="0"/>
                </a:lnTo>
                <a:lnTo>
                  <a:pt x="6836125" y="2448765"/>
                </a:lnTo>
                <a:lnTo>
                  <a:pt x="0" y="244876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5640" t="-8839" r="-1465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837306" y="5997447"/>
            <a:ext cx="6430297" cy="141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Giá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trị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thật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cho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người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không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có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khả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năng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chi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trả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;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không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phải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bản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dùng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thử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bị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giới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155" dirty="0" err="1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hạn</a:t>
            </a:r>
            <a:r>
              <a:rPr lang="en-US" sz="3155" dirty="0">
                <a:solidFill>
                  <a:srgbClr val="05596B"/>
                </a:solidFill>
                <a:latin typeface="Baloo"/>
                <a:ea typeface="Baloo"/>
                <a:cs typeface="Baloo"/>
                <a:sym typeface="Baloo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15" grpId="0" build="p"/>
      <p:bldP spid="16" grpId="0" build="p"/>
      <p:bldP spid="18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23921" y="289028"/>
            <a:ext cx="17373804" cy="112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18"/>
              </a:lnSpc>
            </a:pPr>
            <a:r>
              <a:rPr lang="en-US" sz="7430" spc="-148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Premium (</a:t>
            </a:r>
            <a:r>
              <a:rPr lang="en-US" sz="7430" spc="-148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dự</a:t>
            </a:r>
            <a:r>
              <a:rPr lang="en-US" sz="7430" spc="-148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7430" spc="-148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kiến</a:t>
            </a:r>
            <a:r>
              <a:rPr lang="en-US" sz="7430" spc="-148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): </a:t>
            </a:r>
            <a:r>
              <a:rPr lang="en-US" sz="7430" spc="-148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hỗ</a:t>
            </a:r>
            <a:r>
              <a:rPr lang="en-US" sz="7430" spc="-148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7430" spc="-148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trợ</a:t>
            </a:r>
            <a:r>
              <a:rPr lang="en-US" sz="7430" spc="-148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7430" spc="-148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chuyên</a:t>
            </a:r>
            <a:r>
              <a:rPr lang="en-US" sz="7430" spc="-148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7430" spc="-148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sâu</a:t>
            </a:r>
            <a:r>
              <a:rPr lang="en-US" sz="7430" spc="-148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7430" spc="-148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hơn</a:t>
            </a:r>
            <a:endParaRPr lang="en-US" sz="7430" spc="-148" dirty="0">
              <a:solidFill>
                <a:srgbClr val="074959"/>
              </a:solidFill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29782" y="2608258"/>
            <a:ext cx="8479006" cy="523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7"/>
              </a:lnSpc>
            </a:pP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Nhận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diện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món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ăn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từ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ảnh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để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ước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tính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calo.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15378" y="3331179"/>
            <a:ext cx="8493411" cy="523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7"/>
              </a:lnSpc>
            </a:pP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Báo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cáo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sức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khỏe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theo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tuần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và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theo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tháng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22800" y="4054099"/>
            <a:ext cx="7449315" cy="1047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7"/>
              </a:lnSpc>
            </a:pP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Gợi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ý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thực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đơn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cá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nhân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hóa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,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có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tham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vấn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chuyên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gia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dinh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dưỡng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54081" y="5304149"/>
            <a:ext cx="4623100" cy="523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7"/>
              </a:lnSpc>
            </a:pP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Liên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kết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thiết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bị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đeo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7237" y="5996947"/>
            <a:ext cx="6579448" cy="1047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7"/>
              </a:lnSpc>
            </a:pP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Gói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gia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đình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: 1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tài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khoản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chăm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sóc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bố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mẹ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và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người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480" spc="-69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thân</a:t>
            </a:r>
            <a:r>
              <a:rPr lang="en-US" sz="3480" spc="-69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.</a:t>
            </a:r>
          </a:p>
        </p:txBody>
      </p:sp>
      <p:sp>
        <p:nvSpPr>
          <p:cNvPr id="9" name="Freeform 9"/>
          <p:cNvSpPr/>
          <p:nvPr/>
        </p:nvSpPr>
        <p:spPr>
          <a:xfrm>
            <a:off x="754708" y="7335363"/>
            <a:ext cx="4517311" cy="2044282"/>
          </a:xfrm>
          <a:custGeom>
            <a:avLst/>
            <a:gdLst/>
            <a:ahLst/>
            <a:cxnLst/>
            <a:rect l="l" t="t" r="r" b="b"/>
            <a:pathLst>
              <a:path w="4517311" h="2044282">
                <a:moveTo>
                  <a:pt x="0" y="0"/>
                </a:moveTo>
                <a:lnTo>
                  <a:pt x="4517311" y="0"/>
                </a:lnTo>
                <a:lnTo>
                  <a:pt x="4517311" y="2044282"/>
                </a:lnTo>
                <a:lnTo>
                  <a:pt x="0" y="20442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21" t="-2673" r="-3874" b="-267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985190" y="7774126"/>
            <a:ext cx="3965541" cy="70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76"/>
              </a:lnSpc>
            </a:pPr>
            <a:r>
              <a:rPr lang="en-US" sz="4646" spc="-93" dirty="0">
                <a:solidFill>
                  <a:srgbClr val="F8F6EC"/>
                </a:solidFill>
                <a:latin typeface="Baloo"/>
                <a:ea typeface="Baloo"/>
                <a:cs typeface="Baloo"/>
                <a:sym typeface="Baloo"/>
              </a:rPr>
              <a:t>49.000đ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50599" y="8469333"/>
            <a:ext cx="2834722" cy="466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3"/>
              </a:lnSpc>
            </a:pPr>
            <a:r>
              <a:rPr lang="en-US" sz="3010" spc="-60" dirty="0">
                <a:solidFill>
                  <a:srgbClr val="F8F6EC"/>
                </a:solidFill>
                <a:latin typeface="Baloo"/>
                <a:ea typeface="Baloo"/>
                <a:cs typeface="Baloo"/>
                <a:sym typeface="Baloo"/>
              </a:rPr>
              <a:t>/</a:t>
            </a:r>
            <a:r>
              <a:rPr lang="en-US" sz="3010" spc="-60" dirty="0" err="1">
                <a:solidFill>
                  <a:srgbClr val="F8F6EC"/>
                </a:solidFill>
                <a:latin typeface="Baloo"/>
                <a:ea typeface="Baloo"/>
                <a:cs typeface="Baloo"/>
                <a:sym typeface="Baloo"/>
              </a:rPr>
              <a:t>tháng</a:t>
            </a:r>
            <a:endParaRPr lang="en-US" sz="3010" spc="-60" dirty="0">
              <a:solidFill>
                <a:srgbClr val="F8F6EC"/>
              </a:solidFill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5425148" y="7335363"/>
            <a:ext cx="3095397" cy="2044282"/>
          </a:xfrm>
          <a:custGeom>
            <a:avLst/>
            <a:gdLst/>
            <a:ahLst/>
            <a:cxnLst/>
            <a:rect l="l" t="t" r="r" b="b"/>
            <a:pathLst>
              <a:path w="3095397" h="2044282">
                <a:moveTo>
                  <a:pt x="0" y="0"/>
                </a:moveTo>
                <a:lnTo>
                  <a:pt x="3095397" y="0"/>
                </a:lnTo>
                <a:lnTo>
                  <a:pt x="3095397" y="2044282"/>
                </a:lnTo>
                <a:lnTo>
                  <a:pt x="0" y="2044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713" t="-2673" r="-6360" b="-267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5774940" y="7786911"/>
            <a:ext cx="2583128" cy="669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3"/>
              </a:lnSpc>
            </a:pPr>
            <a:r>
              <a:rPr lang="en-US" sz="4352" spc="-87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499.000đ</a:t>
            </a:r>
          </a:p>
        </p:txBody>
      </p:sp>
      <p:sp>
        <p:nvSpPr>
          <p:cNvPr id="14" name="Freeform 14"/>
          <p:cNvSpPr/>
          <p:nvPr/>
        </p:nvSpPr>
        <p:spPr>
          <a:xfrm>
            <a:off x="9434807" y="1195863"/>
            <a:ext cx="3039982" cy="3093009"/>
          </a:xfrm>
          <a:custGeom>
            <a:avLst/>
            <a:gdLst/>
            <a:ahLst/>
            <a:cxnLst/>
            <a:rect l="l" t="t" r="r" b="b"/>
            <a:pathLst>
              <a:path w="3039982" h="3093009">
                <a:moveTo>
                  <a:pt x="0" y="280597"/>
                </a:moveTo>
                <a:lnTo>
                  <a:pt x="2753367" y="0"/>
                </a:lnTo>
                <a:lnTo>
                  <a:pt x="3039982" y="2812411"/>
                </a:lnTo>
                <a:lnTo>
                  <a:pt x="286615" y="3093009"/>
                </a:lnTo>
                <a:lnTo>
                  <a:pt x="0" y="280597"/>
                </a:lnTo>
                <a:close/>
              </a:path>
            </a:pathLst>
          </a:custGeom>
          <a:blipFill>
            <a:blip r:embed="rId5"/>
            <a:stretch>
              <a:fillRect l="131" t="265" r="-514" b="-4530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5" name="Freeform 15"/>
          <p:cNvSpPr/>
          <p:nvPr/>
        </p:nvSpPr>
        <p:spPr>
          <a:xfrm>
            <a:off x="11945640" y="1083342"/>
            <a:ext cx="2845988" cy="3992432"/>
          </a:xfrm>
          <a:custGeom>
            <a:avLst/>
            <a:gdLst/>
            <a:ahLst/>
            <a:cxnLst/>
            <a:rect l="l" t="t" r="r" b="b"/>
            <a:pathLst>
              <a:path w="2845988" h="3992432">
                <a:moveTo>
                  <a:pt x="0" y="76034"/>
                </a:moveTo>
                <a:lnTo>
                  <a:pt x="2737199" y="0"/>
                </a:lnTo>
                <a:lnTo>
                  <a:pt x="2845988" y="3916399"/>
                </a:lnTo>
                <a:lnTo>
                  <a:pt x="108789" y="3992433"/>
                </a:lnTo>
                <a:lnTo>
                  <a:pt x="0" y="76034"/>
                </a:lnTo>
                <a:close/>
              </a:path>
            </a:pathLst>
          </a:custGeom>
          <a:blipFill>
            <a:blip r:embed="rId6"/>
            <a:stretch>
              <a:fillRect l="-6972" t="-300" r="-637" b="-18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 rot="-168750">
            <a:off x="12198127" y="1388329"/>
            <a:ext cx="2121703" cy="321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2"/>
              </a:lnSpc>
            </a:pPr>
            <a:r>
              <a:rPr lang="en-US" sz="2143" b="1" spc="-42">
                <a:solidFill>
                  <a:srgbClr val="074959"/>
                </a:solidFill>
                <a:latin typeface="Nunito Bold"/>
                <a:ea typeface="Nunito Bold"/>
                <a:cs typeface="Nunito Bold"/>
                <a:sym typeface="Nunito Bold"/>
              </a:rPr>
              <a:t>Báo cáo sức khỏe</a:t>
            </a:r>
          </a:p>
        </p:txBody>
      </p:sp>
      <p:sp>
        <p:nvSpPr>
          <p:cNvPr id="17" name="Freeform 17"/>
          <p:cNvSpPr/>
          <p:nvPr/>
        </p:nvSpPr>
        <p:spPr>
          <a:xfrm>
            <a:off x="14863456" y="891128"/>
            <a:ext cx="3134269" cy="4281685"/>
          </a:xfrm>
          <a:custGeom>
            <a:avLst/>
            <a:gdLst/>
            <a:ahLst/>
            <a:cxnLst/>
            <a:rect l="l" t="t" r="r" b="b"/>
            <a:pathLst>
              <a:path w="3134269" h="4281685">
                <a:moveTo>
                  <a:pt x="0" y="113147"/>
                </a:moveTo>
                <a:lnTo>
                  <a:pt x="2975770" y="0"/>
                </a:lnTo>
                <a:lnTo>
                  <a:pt x="3134269" y="4168538"/>
                </a:lnTo>
                <a:lnTo>
                  <a:pt x="158499" y="4281685"/>
                </a:lnTo>
                <a:lnTo>
                  <a:pt x="0" y="113147"/>
                </a:lnTo>
                <a:close/>
              </a:path>
            </a:pathLst>
          </a:custGeom>
          <a:blipFill>
            <a:blip r:embed="rId7"/>
            <a:stretch>
              <a:fillRect l="-2061" t="-897" r="-2630" b="-45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0292469" y="3465440"/>
            <a:ext cx="5173579" cy="6559192"/>
          </a:xfrm>
          <a:custGeom>
            <a:avLst/>
            <a:gdLst/>
            <a:ahLst/>
            <a:cxnLst/>
            <a:rect l="l" t="t" r="r" b="b"/>
            <a:pathLst>
              <a:path w="5173579" h="6559192">
                <a:moveTo>
                  <a:pt x="0" y="0"/>
                </a:moveTo>
                <a:lnTo>
                  <a:pt x="5173579" y="0"/>
                </a:lnTo>
                <a:lnTo>
                  <a:pt x="5173579" y="6559192"/>
                </a:lnTo>
                <a:lnTo>
                  <a:pt x="0" y="65591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268" t="-666" b="-8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8148660" y="6209369"/>
            <a:ext cx="2012555" cy="2820453"/>
          </a:xfrm>
          <a:custGeom>
            <a:avLst/>
            <a:gdLst/>
            <a:ahLst/>
            <a:cxnLst/>
            <a:rect l="l" t="t" r="r" b="b"/>
            <a:pathLst>
              <a:path w="2012555" h="2820453">
                <a:moveTo>
                  <a:pt x="0" y="0"/>
                </a:moveTo>
                <a:lnTo>
                  <a:pt x="2012555" y="0"/>
                </a:lnTo>
                <a:lnTo>
                  <a:pt x="2012555" y="2820452"/>
                </a:lnTo>
                <a:lnTo>
                  <a:pt x="0" y="28204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891" t="-7751" r="-3804" b="-658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8772115" y="5258286"/>
            <a:ext cx="1323474" cy="874559"/>
          </a:xfrm>
          <a:custGeom>
            <a:avLst/>
            <a:gdLst/>
            <a:ahLst/>
            <a:cxnLst/>
            <a:rect l="l" t="t" r="r" b="b"/>
            <a:pathLst>
              <a:path w="1323474" h="874559">
                <a:moveTo>
                  <a:pt x="0" y="0"/>
                </a:moveTo>
                <a:lnTo>
                  <a:pt x="1323474" y="0"/>
                </a:lnTo>
                <a:lnTo>
                  <a:pt x="132347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4958" t="-13750" r="-10743" b="-100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0620603" y="4908462"/>
            <a:ext cx="492201" cy="885491"/>
          </a:xfrm>
          <a:custGeom>
            <a:avLst/>
            <a:gdLst/>
            <a:ahLst/>
            <a:cxnLst/>
            <a:rect l="l" t="t" r="r" b="b"/>
            <a:pathLst>
              <a:path w="492201" h="885491">
                <a:moveTo>
                  <a:pt x="0" y="0"/>
                </a:moveTo>
                <a:lnTo>
                  <a:pt x="492201" y="0"/>
                </a:lnTo>
                <a:lnTo>
                  <a:pt x="492201" y="885491"/>
                </a:lnTo>
                <a:lnTo>
                  <a:pt x="0" y="88549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5555" t="-22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4229115" y="5752393"/>
            <a:ext cx="3634714" cy="3398823"/>
          </a:xfrm>
          <a:custGeom>
            <a:avLst/>
            <a:gdLst/>
            <a:ahLst/>
            <a:cxnLst/>
            <a:rect l="l" t="t" r="r" b="b"/>
            <a:pathLst>
              <a:path w="3634714" h="3398823">
                <a:moveTo>
                  <a:pt x="441175" y="0"/>
                </a:moveTo>
                <a:lnTo>
                  <a:pt x="3634714" y="483233"/>
                </a:lnTo>
                <a:lnTo>
                  <a:pt x="3193539" y="3398823"/>
                </a:lnTo>
                <a:lnTo>
                  <a:pt x="0" y="2915590"/>
                </a:lnTo>
                <a:lnTo>
                  <a:pt x="441175" y="0"/>
                </a:lnTo>
                <a:close/>
              </a:path>
            </a:pathLst>
          </a:custGeom>
          <a:blipFill>
            <a:blip r:embed="rId12"/>
            <a:stretch>
              <a:fillRect l="-2380" t="901" r="66" b="-18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5444172" y="7816371"/>
            <a:ext cx="2843828" cy="2470629"/>
          </a:xfrm>
          <a:custGeom>
            <a:avLst/>
            <a:gdLst/>
            <a:ahLst/>
            <a:cxnLst/>
            <a:rect l="l" t="t" r="r" b="b"/>
            <a:pathLst>
              <a:path w="2843828" h="2470629">
                <a:moveTo>
                  <a:pt x="0" y="0"/>
                </a:moveTo>
                <a:lnTo>
                  <a:pt x="2843828" y="0"/>
                </a:lnTo>
                <a:lnTo>
                  <a:pt x="2843828" y="2470629"/>
                </a:lnTo>
                <a:lnTo>
                  <a:pt x="0" y="247062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7307" t="-44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 rot="-221484">
            <a:off x="14992561" y="1237721"/>
            <a:ext cx="2694319" cy="321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2"/>
              </a:lnSpc>
            </a:pPr>
            <a:r>
              <a:rPr lang="en-US" sz="2143" b="1" spc="-42">
                <a:solidFill>
                  <a:srgbClr val="074959"/>
                </a:solidFill>
                <a:latin typeface="Nunito Bold"/>
                <a:ea typeface="Nunito Bold"/>
                <a:cs typeface="Nunito Bold"/>
                <a:sym typeface="Nunito Bold"/>
              </a:rPr>
              <a:t>Thực đơn cá nhân hóa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84683" y="8469334"/>
            <a:ext cx="1176328" cy="466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9"/>
              </a:lnSpc>
            </a:pPr>
            <a:r>
              <a:rPr lang="en-US" sz="3041" spc="-60" dirty="0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/</a:t>
            </a:r>
            <a:r>
              <a:rPr lang="en-US" sz="3041" spc="-60" dirty="0" err="1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năm</a:t>
            </a:r>
            <a:endParaRPr lang="en-US" sz="3041" spc="-60" dirty="0">
              <a:solidFill>
                <a:srgbClr val="074959"/>
              </a:solidFill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01070" y="2679645"/>
            <a:ext cx="260191" cy="485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spc="-64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1.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0502" y="3349024"/>
            <a:ext cx="316988" cy="485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spc="-64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2.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00520" y="4071945"/>
            <a:ext cx="315227" cy="485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spc="-64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3.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00502" y="6014793"/>
            <a:ext cx="316988" cy="485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spc="-64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5.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00132" y="5304149"/>
            <a:ext cx="353973" cy="485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spc="-64">
                <a:solidFill>
                  <a:srgbClr val="074959"/>
                </a:solidFill>
                <a:latin typeface="Baloo"/>
                <a:ea typeface="Baloo"/>
                <a:cs typeface="Baloo"/>
                <a:sym typeface="Baloo"/>
              </a:rPr>
              <a:t>4.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3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5" grpId="0" build="p"/>
      <p:bldP spid="6" grpId="0" build="p"/>
      <p:bldP spid="7" grpId="0" build="p"/>
      <p:bldP spid="8" grpId="0" build="p"/>
      <p:bldP spid="13" grpId="0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443789" cy="1934962"/>
          </a:xfrm>
          <a:custGeom>
            <a:avLst/>
            <a:gdLst/>
            <a:ahLst/>
            <a:cxnLst/>
            <a:rect l="l" t="t" r="r" b="b"/>
            <a:pathLst>
              <a:path w="1443789" h="1934962">
                <a:moveTo>
                  <a:pt x="0" y="0"/>
                </a:moveTo>
                <a:lnTo>
                  <a:pt x="1443789" y="0"/>
                </a:lnTo>
                <a:lnTo>
                  <a:pt x="1443789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606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5673866" y="0"/>
            <a:ext cx="2614134" cy="2678337"/>
          </a:xfrm>
          <a:custGeom>
            <a:avLst/>
            <a:gdLst/>
            <a:ahLst/>
            <a:cxnLst/>
            <a:rect l="l" t="t" r="r" b="b"/>
            <a:pathLst>
              <a:path w="2614134" h="2678337">
                <a:moveTo>
                  <a:pt x="0" y="0"/>
                </a:moveTo>
                <a:lnTo>
                  <a:pt x="2614134" y="0"/>
                </a:lnTo>
                <a:lnTo>
                  <a:pt x="2614134" y="2678337"/>
                </a:lnTo>
                <a:lnTo>
                  <a:pt x="0" y="26783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408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695742" y="273300"/>
            <a:ext cx="382823" cy="644987"/>
          </a:xfrm>
          <a:custGeom>
            <a:avLst/>
            <a:gdLst/>
            <a:ahLst/>
            <a:cxnLst/>
            <a:rect l="l" t="t" r="r" b="b"/>
            <a:pathLst>
              <a:path w="382823" h="644987">
                <a:moveTo>
                  <a:pt x="0" y="0"/>
                </a:moveTo>
                <a:lnTo>
                  <a:pt x="382823" y="0"/>
                </a:lnTo>
                <a:lnTo>
                  <a:pt x="382823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714" t="-10169" r="-8571" b="-2542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426574" y="748193"/>
            <a:ext cx="16848628" cy="1076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7"/>
              </a:lnSpc>
            </a:pPr>
            <a:r>
              <a:rPr lang="en-US" sz="8107" spc="-324">
                <a:solidFill>
                  <a:srgbClr val="0C4B5D"/>
                </a:solidFill>
                <a:latin typeface="Baloo"/>
                <a:ea typeface="Baloo"/>
                <a:cs typeface="Baloo"/>
                <a:sym typeface="Baloo"/>
              </a:rPr>
              <a:t>Tặng sức khỏe: chia sẻ cơ hội chăm sóc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3641" y="2567490"/>
            <a:ext cx="7190552" cy="1095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spc="-72">
                <a:solidFill>
                  <a:srgbClr val="0C4B5D"/>
                </a:solidFill>
                <a:latin typeface="Baloo"/>
                <a:ea typeface="Baloo"/>
                <a:cs typeface="Baloo"/>
                <a:sym typeface="Baloo"/>
              </a:rPr>
              <a:t>Mỗi người mua gói năm có thể tặng 1 suất Premium cho người cần.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7562" y="4119973"/>
            <a:ext cx="6681429" cy="1638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spc="-72">
                <a:solidFill>
                  <a:srgbClr val="0C4B5D"/>
                </a:solidFill>
                <a:latin typeface="Baloo"/>
                <a:ea typeface="Baloo"/>
                <a:cs typeface="Baloo"/>
                <a:sym typeface="Baloo"/>
              </a:rPr>
              <a:t>Đối tượng ưu tiên gồm người cao tuổi, sinh viên khó khăn và công nhân.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4943" y="6213430"/>
            <a:ext cx="8271125" cy="1095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spc="-72">
                <a:solidFill>
                  <a:srgbClr val="0C4B5D"/>
                </a:solidFill>
                <a:latin typeface="Baloo"/>
                <a:ea typeface="Baloo"/>
                <a:cs typeface="Baloo"/>
                <a:sym typeface="Baloo"/>
              </a:rPr>
              <a:t>Công ty có thể trả thêm tiền để tặng suất cho nhân viên hoặc cộng đồng.</a:t>
            </a:r>
          </a:p>
        </p:txBody>
      </p:sp>
      <p:sp>
        <p:nvSpPr>
          <p:cNvPr id="10" name="Freeform 10"/>
          <p:cNvSpPr/>
          <p:nvPr/>
        </p:nvSpPr>
        <p:spPr>
          <a:xfrm>
            <a:off x="426574" y="8188058"/>
            <a:ext cx="8134242" cy="1530478"/>
          </a:xfrm>
          <a:custGeom>
            <a:avLst/>
            <a:gdLst/>
            <a:ahLst/>
            <a:cxnLst/>
            <a:rect l="l" t="t" r="r" b="b"/>
            <a:pathLst>
              <a:path w="8134242" h="1530478">
                <a:moveTo>
                  <a:pt x="0" y="0"/>
                </a:moveTo>
                <a:lnTo>
                  <a:pt x="8134242" y="0"/>
                </a:lnTo>
                <a:lnTo>
                  <a:pt x="8134242" y="1530479"/>
                </a:lnTo>
                <a:lnTo>
                  <a:pt x="0" y="15304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7077" b="-1316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707243" y="8491498"/>
            <a:ext cx="8067847" cy="1060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1"/>
              </a:lnSpc>
            </a:pPr>
            <a:r>
              <a:rPr lang="en-US" sz="3600" spc="-107">
                <a:solidFill>
                  <a:srgbClr val="0C4B5D"/>
                </a:solidFill>
                <a:latin typeface="Baloo"/>
                <a:ea typeface="Baloo"/>
                <a:cs typeface="Baloo"/>
                <a:sym typeface="Baloo"/>
              </a:rPr>
              <a:t>Một mô hình vừa hỗ trợ doanh thu vừa tạo hình ảnh thương hiệu tích cực.</a:t>
            </a:r>
          </a:p>
        </p:txBody>
      </p:sp>
      <p:sp>
        <p:nvSpPr>
          <p:cNvPr id="12" name="Freeform 12"/>
          <p:cNvSpPr/>
          <p:nvPr/>
        </p:nvSpPr>
        <p:spPr>
          <a:xfrm>
            <a:off x="7197072" y="2120806"/>
            <a:ext cx="5600153" cy="7521207"/>
          </a:xfrm>
          <a:custGeom>
            <a:avLst/>
            <a:gdLst/>
            <a:ahLst/>
            <a:cxnLst/>
            <a:rect l="l" t="t" r="r" b="b"/>
            <a:pathLst>
              <a:path w="5600153" h="7521207">
                <a:moveTo>
                  <a:pt x="0" y="0"/>
                </a:moveTo>
                <a:lnTo>
                  <a:pt x="5600153" y="0"/>
                </a:lnTo>
                <a:lnTo>
                  <a:pt x="5600153" y="7521207"/>
                </a:lnTo>
                <a:lnTo>
                  <a:pt x="0" y="75212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90" t="-2616" r="-976" b="-14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8072096" y="2350377"/>
            <a:ext cx="5107952" cy="3738740"/>
          </a:xfrm>
          <a:custGeom>
            <a:avLst/>
            <a:gdLst/>
            <a:ahLst/>
            <a:cxnLst/>
            <a:rect l="l" t="t" r="r" b="b"/>
            <a:pathLst>
              <a:path w="5107952" h="3738740">
                <a:moveTo>
                  <a:pt x="0" y="0"/>
                </a:moveTo>
                <a:lnTo>
                  <a:pt x="5107952" y="0"/>
                </a:lnTo>
                <a:lnTo>
                  <a:pt x="5107952" y="3738740"/>
                </a:lnTo>
                <a:lnTo>
                  <a:pt x="0" y="37387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28" r="-2141" b="-350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0900849" y="5048614"/>
            <a:ext cx="2148481" cy="599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41"/>
              </a:lnSpc>
            </a:pPr>
            <a:r>
              <a:rPr lang="en-US" sz="3950" spc="-79">
                <a:solidFill>
                  <a:srgbClr val="0C4B5D"/>
                </a:solidFill>
                <a:latin typeface="Baloo"/>
                <a:ea typeface="Baloo"/>
                <a:cs typeface="Baloo"/>
                <a:sym typeface="Baloo"/>
              </a:rPr>
              <a:t>Premium</a:t>
            </a:r>
          </a:p>
        </p:txBody>
      </p:sp>
      <p:sp>
        <p:nvSpPr>
          <p:cNvPr id="15" name="Freeform 15"/>
          <p:cNvSpPr/>
          <p:nvPr/>
        </p:nvSpPr>
        <p:spPr>
          <a:xfrm>
            <a:off x="13355053" y="1508614"/>
            <a:ext cx="3500096" cy="2886045"/>
          </a:xfrm>
          <a:custGeom>
            <a:avLst/>
            <a:gdLst/>
            <a:ahLst/>
            <a:cxnLst/>
            <a:rect l="l" t="t" r="r" b="b"/>
            <a:pathLst>
              <a:path w="3500096" h="2886045">
                <a:moveTo>
                  <a:pt x="0" y="0"/>
                </a:moveTo>
                <a:lnTo>
                  <a:pt x="3500095" y="0"/>
                </a:lnTo>
                <a:lnTo>
                  <a:pt x="3500095" y="2886045"/>
                </a:lnTo>
                <a:lnTo>
                  <a:pt x="0" y="288604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187" t="-378" r="-3749" b="-3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4798842" y="3651284"/>
            <a:ext cx="3489158" cy="3399848"/>
          </a:xfrm>
          <a:custGeom>
            <a:avLst/>
            <a:gdLst/>
            <a:ahLst/>
            <a:cxnLst/>
            <a:rect l="l" t="t" r="r" b="b"/>
            <a:pathLst>
              <a:path w="3489158" h="3399848">
                <a:moveTo>
                  <a:pt x="0" y="0"/>
                </a:moveTo>
                <a:lnTo>
                  <a:pt x="3489158" y="0"/>
                </a:lnTo>
                <a:lnTo>
                  <a:pt x="3489158" y="3399848"/>
                </a:lnTo>
                <a:lnTo>
                  <a:pt x="0" y="33998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269" t="-321" b="-64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13049330" y="6208375"/>
            <a:ext cx="3722622" cy="3541070"/>
            <a:chOff x="0" y="0"/>
            <a:chExt cx="4322378" cy="4113762"/>
          </a:xfrm>
        </p:grpSpPr>
        <p:sp>
          <p:nvSpPr>
            <p:cNvPr id="18" name="Freeform 18"/>
            <p:cNvSpPr/>
            <p:nvPr/>
          </p:nvSpPr>
          <p:spPr>
            <a:xfrm>
              <a:off x="-22" y="-9219"/>
              <a:ext cx="4322361" cy="4132223"/>
            </a:xfrm>
            <a:custGeom>
              <a:avLst/>
              <a:gdLst/>
              <a:ahLst/>
              <a:cxnLst/>
              <a:rect l="l" t="t" r="r" b="b"/>
              <a:pathLst>
                <a:path w="4322361" h="4132223">
                  <a:moveTo>
                    <a:pt x="22" y="2066111"/>
                  </a:moveTo>
                  <a:cubicBezTo>
                    <a:pt x="-3441" y="1329063"/>
                    <a:pt x="407714" y="646588"/>
                    <a:pt x="1077802" y="277109"/>
                  </a:cubicBezTo>
                  <a:cubicBezTo>
                    <a:pt x="1747890" y="-92370"/>
                    <a:pt x="2574472" y="-92370"/>
                    <a:pt x="3244560" y="277109"/>
                  </a:cubicBezTo>
                  <a:cubicBezTo>
                    <a:pt x="3914648" y="646588"/>
                    <a:pt x="4325803" y="1329063"/>
                    <a:pt x="4322340" y="2066111"/>
                  </a:cubicBezTo>
                  <a:cubicBezTo>
                    <a:pt x="4325803" y="2803159"/>
                    <a:pt x="3914648" y="3485634"/>
                    <a:pt x="3244560" y="3855113"/>
                  </a:cubicBezTo>
                  <a:cubicBezTo>
                    <a:pt x="2574472" y="4224592"/>
                    <a:pt x="1747890" y="4224592"/>
                    <a:pt x="1077802" y="3855113"/>
                  </a:cubicBezTo>
                  <a:cubicBezTo>
                    <a:pt x="407714" y="3485634"/>
                    <a:pt x="-3441" y="2803159"/>
                    <a:pt x="22" y="2066111"/>
                  </a:cubicBezTo>
                  <a:close/>
                </a:path>
              </a:pathLst>
            </a:custGeom>
            <a:blipFill>
              <a:blip r:embed="rId11"/>
              <a:stretch>
                <a:fillRect l="-5596" t="-5895" r="-5761" b="-290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12020641" y="2722065"/>
            <a:ext cx="1410976" cy="1191587"/>
          </a:xfrm>
          <a:custGeom>
            <a:avLst/>
            <a:gdLst/>
            <a:ahLst/>
            <a:cxnLst/>
            <a:rect l="l" t="t" r="r" b="b"/>
            <a:pathLst>
              <a:path w="1410976" h="1191587">
                <a:moveTo>
                  <a:pt x="0" y="0"/>
                </a:moveTo>
                <a:lnTo>
                  <a:pt x="1410976" y="0"/>
                </a:lnTo>
                <a:lnTo>
                  <a:pt x="1410976" y="1191586"/>
                </a:lnTo>
                <a:lnTo>
                  <a:pt x="0" y="119158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875" t="-12844" r="-5426" b="-137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3223799" y="4722618"/>
            <a:ext cx="1553167" cy="699647"/>
          </a:xfrm>
          <a:custGeom>
            <a:avLst/>
            <a:gdLst/>
            <a:ahLst/>
            <a:cxnLst/>
            <a:rect l="l" t="t" r="r" b="b"/>
            <a:pathLst>
              <a:path w="1553167" h="699647">
                <a:moveTo>
                  <a:pt x="0" y="0"/>
                </a:moveTo>
                <a:lnTo>
                  <a:pt x="1553168" y="0"/>
                </a:lnTo>
                <a:lnTo>
                  <a:pt x="1553168" y="699648"/>
                </a:lnTo>
                <a:lnTo>
                  <a:pt x="0" y="69964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0563" t="-1562" r="-2112" b="-2187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2403464" y="6154709"/>
            <a:ext cx="1104718" cy="1060403"/>
          </a:xfrm>
          <a:custGeom>
            <a:avLst/>
            <a:gdLst/>
            <a:ahLst/>
            <a:cxnLst/>
            <a:rect l="l" t="t" r="r" b="b"/>
            <a:pathLst>
              <a:path w="1104718" h="1060403">
                <a:moveTo>
                  <a:pt x="0" y="0"/>
                </a:moveTo>
                <a:lnTo>
                  <a:pt x="1104718" y="0"/>
                </a:lnTo>
                <a:lnTo>
                  <a:pt x="1104718" y="1060403"/>
                </a:lnTo>
                <a:lnTo>
                  <a:pt x="0" y="106040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9801" t="-15463" b="-721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6614517" y="7892895"/>
            <a:ext cx="1673483" cy="2394105"/>
          </a:xfrm>
          <a:custGeom>
            <a:avLst/>
            <a:gdLst/>
            <a:ahLst/>
            <a:cxnLst/>
            <a:rect l="l" t="t" r="r" b="b"/>
            <a:pathLst>
              <a:path w="1673483" h="2394105">
                <a:moveTo>
                  <a:pt x="0" y="0"/>
                </a:moveTo>
                <a:lnTo>
                  <a:pt x="1673483" y="0"/>
                </a:lnTo>
                <a:lnTo>
                  <a:pt x="1673483" y="2394105"/>
                </a:lnTo>
                <a:lnTo>
                  <a:pt x="0" y="2394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4575" t="-7762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F6B85-F028-F239-EF51-F30CFC563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1FEFCE9A-62E6-8BB3-FCF7-C88BF4DFC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037" y="4533900"/>
            <a:ext cx="13115925" cy="5638800"/>
          </a:xfrm>
          <a:prstGeom prst="rect">
            <a:avLst/>
          </a:prstGeom>
        </p:spPr>
      </p:pic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12C90ED7-FE52-E520-A2DC-E7C4E187E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471535"/>
              </p:ext>
            </p:extLst>
          </p:nvPr>
        </p:nvGraphicFramePr>
        <p:xfrm>
          <a:off x="1866898" y="647700"/>
          <a:ext cx="14554201" cy="3710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7372">
                  <a:extLst>
                    <a:ext uri="{9D8B030D-6E8A-4147-A177-3AD203B41FA5}">
                      <a16:colId xmlns:a16="http://schemas.microsoft.com/office/drawing/2014/main" val="2267941784"/>
                    </a:ext>
                  </a:extLst>
                </a:gridCol>
                <a:gridCol w="1606409">
                  <a:extLst>
                    <a:ext uri="{9D8B030D-6E8A-4147-A177-3AD203B41FA5}">
                      <a16:colId xmlns:a16="http://schemas.microsoft.com/office/drawing/2014/main" val="3692442890"/>
                    </a:ext>
                  </a:extLst>
                </a:gridCol>
                <a:gridCol w="1878263">
                  <a:extLst>
                    <a:ext uri="{9D8B030D-6E8A-4147-A177-3AD203B41FA5}">
                      <a16:colId xmlns:a16="http://schemas.microsoft.com/office/drawing/2014/main" val="3549432769"/>
                    </a:ext>
                  </a:extLst>
                </a:gridCol>
                <a:gridCol w="1878263">
                  <a:extLst>
                    <a:ext uri="{9D8B030D-6E8A-4147-A177-3AD203B41FA5}">
                      <a16:colId xmlns:a16="http://schemas.microsoft.com/office/drawing/2014/main" val="2272276536"/>
                    </a:ext>
                  </a:extLst>
                </a:gridCol>
                <a:gridCol w="3212816">
                  <a:extLst>
                    <a:ext uri="{9D8B030D-6E8A-4147-A177-3AD203B41FA5}">
                      <a16:colId xmlns:a16="http://schemas.microsoft.com/office/drawing/2014/main" val="1992779959"/>
                    </a:ext>
                  </a:extLst>
                </a:gridCol>
                <a:gridCol w="1431078">
                  <a:extLst>
                    <a:ext uri="{9D8B030D-6E8A-4147-A177-3AD203B41FA5}">
                      <a16:colId xmlns:a16="http://schemas.microsoft.com/office/drawing/2014/main" val="2336837176"/>
                    </a:ext>
                  </a:extLst>
                </a:gridCol>
              </a:tblGrid>
              <a:tr h="3634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000" u="none" strike="noStrike" dirty="0" err="1">
                          <a:effectLst/>
                        </a:rPr>
                        <a:t>Chỉ</a:t>
                      </a:r>
                      <a:r>
                        <a:rPr lang="en-US" sz="3000" u="none" strike="noStrike" dirty="0">
                          <a:effectLst/>
                        </a:rPr>
                        <a:t> </a:t>
                      </a:r>
                      <a:r>
                        <a:rPr lang="en-US" sz="3000" u="none" strike="noStrike" dirty="0" err="1">
                          <a:effectLst/>
                        </a:rPr>
                        <a:t>số</a:t>
                      </a:r>
                      <a:endParaRPr lang="en-US" sz="30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000" u="none" strike="noStrike" dirty="0" err="1">
                          <a:effectLst/>
                        </a:rPr>
                        <a:t>Tỷ</a:t>
                      </a:r>
                      <a:r>
                        <a:rPr lang="en-US" sz="3000" u="none" strike="noStrike" dirty="0">
                          <a:effectLst/>
                        </a:rPr>
                        <a:t> </a:t>
                      </a:r>
                      <a:r>
                        <a:rPr lang="en-US" sz="3000" u="none" strike="noStrike" dirty="0" err="1">
                          <a:effectLst/>
                        </a:rPr>
                        <a:t>lệ</a:t>
                      </a:r>
                      <a:r>
                        <a:rPr lang="en-US" sz="3000" u="none" strike="noStrike" dirty="0">
                          <a:effectLst/>
                        </a:rPr>
                        <a:t> (%)</a:t>
                      </a:r>
                      <a:endParaRPr lang="en-US" sz="30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000" u="none" strike="noStrike">
                          <a:effectLst/>
                        </a:rPr>
                        <a:t>Năm dữ liệu</a:t>
                      </a:r>
                      <a:endParaRPr lang="en-US" sz="3000" b="1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000" u="none" strike="noStrike">
                          <a:effectLst/>
                        </a:rPr>
                        <a:t>Nguồn</a:t>
                      </a:r>
                      <a:endParaRPr lang="en-US" sz="3000" b="1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000" u="none" strike="noStrike">
                          <a:effectLst/>
                        </a:rPr>
                        <a:t>Nhóm</a:t>
                      </a:r>
                      <a:endParaRPr lang="en-US" sz="3000" b="1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95453502"/>
                  </a:ext>
                </a:extLst>
              </a:tr>
              <a:tr h="3354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000" u="none" strike="noStrike">
                          <a:effectLst/>
                        </a:rPr>
                        <a:t>Người lớn thừa cân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3000" u="none" strike="noStrike">
                          <a:effectLst/>
                        </a:rPr>
                        <a:t>45</a:t>
                      </a:r>
                      <a:endParaRPr lang="en-US" sz="30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3000" u="none" strike="noStrike">
                          <a:effectLst/>
                        </a:rPr>
                        <a:t>2024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3000" u="none" strike="noStrike">
                          <a:effectLst/>
                        </a:rPr>
                        <a:t>WHO 2026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000" u="none" strike="noStrike">
                          <a:effectLst/>
                        </a:rPr>
                        <a:t>Béo phì &amp; thừa cân</a:t>
                      </a:r>
                      <a:endParaRPr lang="en-US" sz="3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93923662"/>
                  </a:ext>
                </a:extLst>
              </a:tr>
              <a:tr h="3354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000" u="none" strike="noStrike">
                          <a:effectLst/>
                        </a:rPr>
                        <a:t>Không đủ tiền ăn lành mạnh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3000" u="none" strike="noStrike" dirty="0">
                          <a:effectLst/>
                        </a:rPr>
                        <a:t>32.7</a:t>
                      </a:r>
                      <a:endParaRPr lang="en-US" sz="30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3000" u="none" strike="noStrike">
                          <a:effectLst/>
                        </a:rPr>
                        <a:t>2025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3000" u="none" strike="noStrike">
                          <a:effectLst/>
                        </a:rPr>
                        <a:t>SOFI 2026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000" u="none" strike="noStrike">
                          <a:effectLst/>
                        </a:rPr>
                        <a:t>Chế độ ăn</a:t>
                      </a:r>
                      <a:endParaRPr lang="en-US" sz="3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48887016"/>
                  </a:ext>
                </a:extLst>
              </a:tr>
              <a:tr h="3214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000" u="none" strike="noStrike">
                          <a:effectLst/>
                        </a:rPr>
                        <a:t>Người lớn bất hoạt thể chất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3000" u="none" strike="noStrike" dirty="0">
                          <a:effectLst/>
                        </a:rPr>
                        <a:t>31</a:t>
                      </a:r>
                      <a:endParaRPr lang="en-US" sz="30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3000" u="none" strike="noStrike" dirty="0">
                          <a:effectLst/>
                        </a:rPr>
                        <a:t>2022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3000" u="none" strike="noStrike">
                          <a:effectLst/>
                        </a:rPr>
                        <a:t>WHO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000" u="none" strike="noStrike">
                          <a:effectLst/>
                        </a:rPr>
                        <a:t>Hoạt động thể chất</a:t>
                      </a:r>
                      <a:endParaRPr lang="en-US" sz="3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40395519"/>
                  </a:ext>
                </a:extLst>
              </a:tr>
              <a:tr h="3354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000" u="none" strike="noStrike">
                          <a:effectLst/>
                        </a:rPr>
                        <a:t>Trẻ 5–19 tuổi thừa cân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3000" u="none" strike="noStrike">
                          <a:effectLst/>
                        </a:rPr>
                        <a:t>20</a:t>
                      </a:r>
                      <a:endParaRPr lang="en-US" sz="30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3000" u="none" strike="noStrike">
                          <a:effectLst/>
                        </a:rPr>
                        <a:t>2024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3000" u="none" strike="noStrike">
                          <a:effectLst/>
                        </a:rPr>
                        <a:t>WHO 2026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000" u="none" strike="noStrike">
                          <a:effectLst/>
                        </a:rPr>
                        <a:t>Béo phì &amp; thừa cân</a:t>
                      </a:r>
                      <a:endParaRPr lang="en-US" sz="3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48487892"/>
                  </a:ext>
                </a:extLst>
              </a:tr>
              <a:tr h="3354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000" u="none" strike="noStrike">
                          <a:effectLst/>
                        </a:rPr>
                        <a:t>Người lớn béo phì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3000" u="none" strike="noStrike">
                          <a:effectLst/>
                        </a:rPr>
                        <a:t>16</a:t>
                      </a:r>
                      <a:endParaRPr lang="en-US" sz="30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3000" u="none" strike="noStrike">
                          <a:effectLst/>
                        </a:rPr>
                        <a:t>2024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3000" u="none" strike="noStrike">
                          <a:effectLst/>
                        </a:rPr>
                        <a:t>WHO 2026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000" u="none" strike="noStrike">
                          <a:effectLst/>
                        </a:rPr>
                        <a:t>Béo phì &amp; thừa cân</a:t>
                      </a:r>
                      <a:endParaRPr lang="en-US" sz="3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94639120"/>
                  </a:ext>
                </a:extLst>
              </a:tr>
              <a:tr h="3354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000" u="none" strike="noStrike" dirty="0" err="1">
                          <a:effectLst/>
                        </a:rPr>
                        <a:t>Thiếu</a:t>
                      </a:r>
                      <a:r>
                        <a:rPr lang="en-US" sz="3000" u="none" strike="noStrike" dirty="0">
                          <a:effectLst/>
                        </a:rPr>
                        <a:t> </a:t>
                      </a:r>
                      <a:r>
                        <a:rPr lang="en-US" sz="3000" u="none" strike="noStrike" dirty="0" err="1">
                          <a:effectLst/>
                        </a:rPr>
                        <a:t>ăn</a:t>
                      </a:r>
                      <a:r>
                        <a:rPr lang="en-US" sz="3000" u="none" strike="noStrike" dirty="0">
                          <a:effectLst/>
                        </a:rPr>
                        <a:t> (</a:t>
                      </a:r>
                      <a:r>
                        <a:rPr lang="en-US" sz="3000" u="none" strike="noStrike" dirty="0" err="1">
                          <a:effectLst/>
                        </a:rPr>
                        <a:t>đói</a:t>
                      </a:r>
                      <a:r>
                        <a:rPr lang="en-US" sz="3000" u="none" strike="noStrike" dirty="0">
                          <a:effectLst/>
                        </a:rPr>
                        <a:t>)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3000" u="none" strike="noStrike">
                          <a:effectLst/>
                        </a:rPr>
                        <a:t>7.8</a:t>
                      </a:r>
                      <a:endParaRPr lang="en-US" sz="30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3000" u="none" strike="noStrike">
                          <a:effectLst/>
                        </a:rPr>
                        <a:t>2025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3000" u="none" strike="noStrike">
                          <a:effectLst/>
                        </a:rPr>
                        <a:t>SOFI 2026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000" u="none" strike="noStrike">
                          <a:effectLst/>
                        </a:rPr>
                        <a:t>Chế độ ăn</a:t>
                      </a:r>
                      <a:endParaRPr lang="en-US" sz="3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8363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75788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1596070"/>
            <a:ext cx="3412593" cy="5006850"/>
          </a:xfrm>
          <a:custGeom>
            <a:avLst/>
            <a:gdLst/>
            <a:ahLst/>
            <a:cxnLst/>
            <a:rect l="l" t="t" r="r" b="b"/>
            <a:pathLst>
              <a:path w="3412593" h="5006850">
                <a:moveTo>
                  <a:pt x="0" y="0"/>
                </a:moveTo>
                <a:lnTo>
                  <a:pt x="3412593" y="0"/>
                </a:lnTo>
                <a:lnTo>
                  <a:pt x="3412593" y="5006850"/>
                </a:lnTo>
                <a:lnTo>
                  <a:pt x="0" y="50068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965" r="-2243" b="-87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2864181"/>
            <a:ext cx="2089120" cy="3782468"/>
          </a:xfrm>
          <a:custGeom>
            <a:avLst/>
            <a:gdLst/>
            <a:ahLst/>
            <a:cxnLst/>
            <a:rect l="l" t="t" r="r" b="b"/>
            <a:pathLst>
              <a:path w="2089120" h="3782468">
                <a:moveTo>
                  <a:pt x="0" y="0"/>
                </a:moveTo>
                <a:lnTo>
                  <a:pt x="2089120" y="0"/>
                </a:lnTo>
                <a:lnTo>
                  <a:pt x="2089120" y="3782467"/>
                </a:lnTo>
                <a:lnTo>
                  <a:pt x="0" y="37824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312" r="-47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3204775" y="3377984"/>
            <a:ext cx="1509416" cy="2623677"/>
          </a:xfrm>
          <a:custGeom>
            <a:avLst/>
            <a:gdLst/>
            <a:ahLst/>
            <a:cxnLst/>
            <a:rect l="l" t="t" r="r" b="b"/>
            <a:pathLst>
              <a:path w="1509416" h="2623677">
                <a:moveTo>
                  <a:pt x="0" y="0"/>
                </a:moveTo>
                <a:lnTo>
                  <a:pt x="1509416" y="0"/>
                </a:lnTo>
                <a:lnTo>
                  <a:pt x="1509416" y="2623677"/>
                </a:lnTo>
                <a:lnTo>
                  <a:pt x="0" y="26236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869" t="-6250" r="-507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4145426" y="5181762"/>
            <a:ext cx="1465665" cy="1661662"/>
          </a:xfrm>
          <a:custGeom>
            <a:avLst/>
            <a:gdLst/>
            <a:ahLst/>
            <a:cxnLst/>
            <a:rect l="l" t="t" r="r" b="b"/>
            <a:pathLst>
              <a:path w="1465665" h="1661662">
                <a:moveTo>
                  <a:pt x="0" y="0"/>
                </a:moveTo>
                <a:lnTo>
                  <a:pt x="1465665" y="0"/>
                </a:lnTo>
                <a:lnTo>
                  <a:pt x="1465665" y="1661662"/>
                </a:lnTo>
                <a:lnTo>
                  <a:pt x="0" y="16616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46" t="-2631" r="-3731" b="-13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6231233"/>
            <a:ext cx="5228268" cy="2098942"/>
          </a:xfrm>
          <a:custGeom>
            <a:avLst/>
            <a:gdLst/>
            <a:ahLst/>
            <a:cxnLst/>
            <a:rect l="l" t="t" r="r" b="b"/>
            <a:pathLst>
              <a:path w="5228268" h="2098942">
                <a:moveTo>
                  <a:pt x="0" y="0"/>
                </a:moveTo>
                <a:lnTo>
                  <a:pt x="5228268" y="0"/>
                </a:lnTo>
                <a:lnTo>
                  <a:pt x="5228268" y="2098941"/>
                </a:lnTo>
                <a:lnTo>
                  <a:pt x="0" y="20989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041" b="-15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568766" y="4864734"/>
            <a:ext cx="4003234" cy="2645541"/>
          </a:xfrm>
          <a:custGeom>
            <a:avLst/>
            <a:gdLst/>
            <a:ahLst/>
            <a:cxnLst/>
            <a:rect l="l" t="t" r="r" b="b"/>
            <a:pathLst>
              <a:path w="4003234" h="2645541">
                <a:moveTo>
                  <a:pt x="0" y="0"/>
                </a:moveTo>
                <a:lnTo>
                  <a:pt x="4003234" y="0"/>
                </a:lnTo>
                <a:lnTo>
                  <a:pt x="4003234" y="2645541"/>
                </a:lnTo>
                <a:lnTo>
                  <a:pt x="0" y="26455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551" t="-57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415636" y="7138588"/>
            <a:ext cx="4156364" cy="2251989"/>
          </a:xfrm>
          <a:custGeom>
            <a:avLst/>
            <a:gdLst/>
            <a:ahLst/>
            <a:cxnLst/>
            <a:rect l="l" t="t" r="r" b="b"/>
            <a:pathLst>
              <a:path w="4156364" h="2251989">
                <a:moveTo>
                  <a:pt x="0" y="0"/>
                </a:moveTo>
                <a:lnTo>
                  <a:pt x="4156364" y="0"/>
                </a:lnTo>
                <a:lnTo>
                  <a:pt x="4156364" y="2251989"/>
                </a:lnTo>
                <a:lnTo>
                  <a:pt x="0" y="225198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5000" t="-3398" b="-194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883110" y="1464886"/>
            <a:ext cx="7404890" cy="4974054"/>
          </a:xfrm>
          <a:custGeom>
            <a:avLst/>
            <a:gdLst/>
            <a:ahLst/>
            <a:cxnLst/>
            <a:rect l="l" t="t" r="r" b="b"/>
            <a:pathLst>
              <a:path w="7404890" h="4974054">
                <a:moveTo>
                  <a:pt x="0" y="0"/>
                </a:moveTo>
                <a:lnTo>
                  <a:pt x="7404890" y="0"/>
                </a:lnTo>
                <a:lnTo>
                  <a:pt x="7404890" y="4974054"/>
                </a:lnTo>
                <a:lnTo>
                  <a:pt x="0" y="49740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373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6505139" y="2558085"/>
            <a:ext cx="1782861" cy="2372241"/>
          </a:xfrm>
          <a:custGeom>
            <a:avLst/>
            <a:gdLst/>
            <a:ahLst/>
            <a:cxnLst/>
            <a:rect l="l" t="t" r="r" b="b"/>
            <a:pathLst>
              <a:path w="1782861" h="2372241">
                <a:moveTo>
                  <a:pt x="0" y="0"/>
                </a:moveTo>
                <a:lnTo>
                  <a:pt x="1782861" y="0"/>
                </a:lnTo>
                <a:lnTo>
                  <a:pt x="1782861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0429" t="-87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2261273" y="3520100"/>
            <a:ext cx="3193837" cy="3126548"/>
          </a:xfrm>
          <a:custGeom>
            <a:avLst/>
            <a:gdLst/>
            <a:ahLst/>
            <a:cxnLst/>
            <a:rect l="l" t="t" r="r" b="b"/>
            <a:pathLst>
              <a:path w="3193837" h="3126548">
                <a:moveTo>
                  <a:pt x="0" y="0"/>
                </a:moveTo>
                <a:lnTo>
                  <a:pt x="3193837" y="0"/>
                </a:lnTo>
                <a:lnTo>
                  <a:pt x="3193837" y="3126548"/>
                </a:lnTo>
                <a:lnTo>
                  <a:pt x="0" y="312654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397" t="-3146" r="-34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3300364" y="4252543"/>
            <a:ext cx="4987636" cy="4110427"/>
          </a:xfrm>
          <a:custGeom>
            <a:avLst/>
            <a:gdLst/>
            <a:ahLst/>
            <a:cxnLst/>
            <a:rect l="l" t="t" r="r" b="b"/>
            <a:pathLst>
              <a:path w="4987636" h="4110427">
                <a:moveTo>
                  <a:pt x="0" y="0"/>
                </a:moveTo>
                <a:lnTo>
                  <a:pt x="4987636" y="0"/>
                </a:lnTo>
                <a:lnTo>
                  <a:pt x="4987636" y="4110427"/>
                </a:lnTo>
                <a:lnTo>
                  <a:pt x="0" y="41104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438" t="-452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3497244" y="6449872"/>
            <a:ext cx="3707914" cy="2678337"/>
          </a:xfrm>
          <a:custGeom>
            <a:avLst/>
            <a:gdLst/>
            <a:ahLst/>
            <a:cxnLst/>
            <a:rect l="l" t="t" r="r" b="b"/>
            <a:pathLst>
              <a:path w="3707914" h="2678337">
                <a:moveTo>
                  <a:pt x="0" y="0"/>
                </a:moveTo>
                <a:lnTo>
                  <a:pt x="3707914" y="0"/>
                </a:lnTo>
                <a:lnTo>
                  <a:pt x="3707914" y="2678337"/>
                </a:lnTo>
                <a:lnTo>
                  <a:pt x="0" y="267833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816" b="-326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4768880" y="3771536"/>
            <a:ext cx="8454919" cy="4361863"/>
          </a:xfrm>
          <a:custGeom>
            <a:avLst/>
            <a:gdLst/>
            <a:ahLst/>
            <a:cxnLst/>
            <a:rect l="l" t="t" r="r" b="b"/>
            <a:pathLst>
              <a:path w="8454919" h="4361863">
                <a:moveTo>
                  <a:pt x="0" y="0"/>
                </a:moveTo>
                <a:lnTo>
                  <a:pt x="8454919" y="0"/>
                </a:lnTo>
                <a:lnTo>
                  <a:pt x="8454919" y="4361863"/>
                </a:lnTo>
                <a:lnTo>
                  <a:pt x="0" y="43618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2328" t="-3007" r="-776" b="-25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3685179" y="98582"/>
            <a:ext cx="10917642" cy="6794265"/>
            <a:chOff x="0" y="0"/>
            <a:chExt cx="14556857" cy="90590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556857" cy="9059020"/>
            </a:xfrm>
            <a:custGeom>
              <a:avLst/>
              <a:gdLst/>
              <a:ahLst/>
              <a:cxnLst/>
              <a:rect l="l" t="t" r="r" b="b"/>
              <a:pathLst>
                <a:path w="14556857" h="9059020">
                  <a:moveTo>
                    <a:pt x="0" y="0"/>
                  </a:moveTo>
                  <a:lnTo>
                    <a:pt x="14556857" y="0"/>
                  </a:lnTo>
                  <a:lnTo>
                    <a:pt x="14556857" y="9059020"/>
                  </a:lnTo>
                  <a:lnTo>
                    <a:pt x="0" y="90590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99342" t="-4511" r="-9934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90304" y="1062198"/>
              <a:ext cx="10376249" cy="71060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288"/>
                </a:lnSpc>
              </a:pPr>
              <a:r>
                <a:rPr lang="en-US" sz="8288">
                  <a:solidFill>
                    <a:srgbClr val="FFFFFF"/>
                  </a:solidFill>
                  <a:latin typeface="Baloo"/>
                  <a:ea typeface="Baloo"/>
                  <a:cs typeface="Baloo"/>
                  <a:sym typeface="Baloo"/>
                </a:rPr>
                <a:t>CẢM ƠN THẦY VÀ CÁC BẠN ĐÃ LẮNG NGHE BÀI THUYẾT TRÌNH &lt;3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flythrough dir="out" hasBounce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833</Words>
  <Application>Microsoft Office PowerPoint</Application>
  <PresentationFormat>Custom</PresentationFormat>
  <Paragraphs>140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Baloo</vt:lpstr>
      <vt:lpstr>Nunito Bold</vt:lpstr>
      <vt:lpstr>Arial</vt:lpstr>
      <vt:lpstr>Calibri</vt:lpstr>
      <vt:lpstr>Nunito Heavy</vt:lpstr>
      <vt:lpstr>Cabin Bold</vt:lpstr>
      <vt:lpstr>Asap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thuyết trình ứng dụng Sống Khỏe</dc:title>
  <cp:lastModifiedBy>Lê Thái</cp:lastModifiedBy>
  <cp:revision>5</cp:revision>
  <dcterms:created xsi:type="dcterms:W3CDTF">2006-08-16T00:00:00Z</dcterms:created>
  <dcterms:modified xsi:type="dcterms:W3CDTF">2026-10-26T06:17:51Z</dcterms:modified>
  <dc:identifier>DAHZCn_Wg6Q</dc:identifier>
</cp:coreProperties>
</file>